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0CECE"/>
    <a:srgbClr val="7F6000"/>
    <a:srgbClr val="ED7D31"/>
    <a:srgbClr val="CC9B00"/>
    <a:srgbClr val="EA5B24"/>
    <a:srgbClr val="9AB018"/>
    <a:srgbClr val="C6E127"/>
    <a:srgbClr val="009FFF"/>
    <a:srgbClr val="D42A73"/>
    <a:srgbClr val="E519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66" d="100"/>
          <a:sy n="66" d="100"/>
        </p:scale>
        <p:origin x="725" y="13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0BD4FB-81E9-B0B5-93D4-EFC5D8F77D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bg1"/>
          </a:solidFill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CB4ADE2-0E67-E2E7-09ED-BB8238EB11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4FF00C9-6EB5-173C-D87A-451552579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8DEF09-DDDA-6A2A-0F36-5805126DC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488CCD-A75F-30A7-C336-1262E545B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5157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8F3101-7F5B-C8D0-8073-B26EEEB31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517658A-6C40-F73B-27AC-0A2F55BA6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C2F50AD-76FB-A983-63DF-07D54A662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E11D21-3651-A507-DC4B-BBFC62B1F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4224785-5C43-334D-E39B-FF758D2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5372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B15C5D-63DA-8F6A-121A-316D4BC6C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EDB3C6A-0262-8276-E92B-A0ED307DFB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4C3F24C-E38B-F2E6-86C7-A88DED6C7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C19689-4FDF-C407-E456-1312FADE2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B6C45DB-7B96-FE41-6F21-12EA9EA37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9531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FB0B90-199F-BBA0-5243-7E29135A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7531FC4-DB1B-486D-14A8-0DEDCBDEE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7FE42ED-7586-5BC1-8868-5B5FDB50B2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5D51AE7-1F88-A7D7-AF66-21F967547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B65EF6-B914-4B0B-BD6E-BD6F54DCF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42EF1C4-46AB-ACF8-5327-0E543E504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5541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E874C1-7C17-1B58-DF69-D8E371C40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4089BED-D8FD-D632-2103-6E00BE8F6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647125-D489-C5CD-CE15-ABD5D6D42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01C7D8F-1D58-D0EB-2CE0-FBCAA75362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E1AFC34-42EE-563E-9017-2DB8461892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1292C3A-EA1D-9880-F664-90F2BD32D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081308A-5DB1-2000-8EA1-870B1608F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95B83CF-02C8-4116-B65A-AD853F58A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6365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FE9AE4-C24F-A73C-FB7E-0A4519C3D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B4411AA-C24A-2780-8F38-9733BD00E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9770708-23A4-5477-CE96-834EA05F6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8486648-3898-5142-2943-90BED9000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2369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332D36B-66D1-57AF-7962-A04FEBE05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A4102FA-A3AE-48FA-1798-02226BF25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29AF0C6-614B-B2C1-6A9F-C35F2DE25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3240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A022A5-766C-97E3-96C2-D26694D5E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246EB3F-FEB6-CF47-825C-87670AF562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B672449-B685-FC46-02D2-887B0C6B26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1838D52-F8A8-D11D-8AE7-9DB7EC0DF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EC5602E-7B43-137E-37C3-94F39BC39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ADD72DB-68FC-EDE9-F37D-74E4EB6C3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8823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A34992-18D7-0940-6E9C-5C5F688EE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A913EE7-8BFA-4F5B-8B21-A0A41045C1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E3CBE16-BABA-2DA3-EEE2-8ECBF774F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663AF3B-BFA9-9361-952B-34D7BED08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B0804D9-86AD-711A-D1DF-239C8C1C3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1BDC648-9689-E8AB-A2D2-F85844D23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47687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AB435A-5EE6-0476-5E19-C6164DDEF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DE7DF9-3018-C823-7579-A22C8796CA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64932D-E1FC-FFAE-8C0C-3D491FE1B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0BE670-5E83-FB4C-B02B-2B3002FA8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25E8E61-89D3-0B57-1E56-035BCBC7B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1030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0C4CD99-5C7B-0B89-BB5C-3D9AB59EC5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A3494E2-927E-3F19-3390-32B3C40FA7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E721A03-0A92-26B5-E9DD-3B5F2B83D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3D9FC3-76DD-09A8-DBEB-4FC19FE11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9BD0F0-D01E-C982-EA80-E948217EF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1883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B257F1-0447-23C7-4FC7-680326030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BFC25D0-391A-7CE1-7624-E2FE68D25C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F8AC82D-879D-9774-AAAC-32D9660B27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D63992-91CA-41F7-A16C-71C1C327BEB8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D340EEB-3945-A3FD-6A9F-8EEEDEA003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DA0E225-DAD1-3B20-456C-6F71ADE0C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7418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1040BA9-0E35-7307-B640-DC4B378336FA}"/>
              </a:ext>
            </a:extLst>
          </p:cNvPr>
          <p:cNvGrpSpPr/>
          <p:nvPr/>
        </p:nvGrpSpPr>
        <p:grpSpPr>
          <a:xfrm>
            <a:off x="2563259" y="210285"/>
            <a:ext cx="1905000" cy="1905000"/>
            <a:chOff x="5143500" y="523331"/>
            <a:chExt cx="1905000" cy="1905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17D29927-A3EA-CC88-07E0-2677EE9A9868}"/>
                </a:ext>
              </a:extLst>
            </p:cNvPr>
            <p:cNvSpPr/>
            <p:nvPr/>
          </p:nvSpPr>
          <p:spPr>
            <a:xfrm>
              <a:off x="5143500" y="523331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rgbClr val="47444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BBEA94D0-84C1-5DB4-AA41-55A652FDE3B5}"/>
                </a:ext>
              </a:extLst>
            </p:cNvPr>
            <p:cNvSpPr/>
            <p:nvPr/>
          </p:nvSpPr>
          <p:spPr>
            <a:xfrm>
              <a:off x="5336734" y="914012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5F18F729-87C4-6B7B-5433-BD5BD791C018}"/>
                </a:ext>
              </a:extLst>
            </p:cNvPr>
            <p:cNvSpPr/>
            <p:nvPr/>
          </p:nvSpPr>
          <p:spPr>
            <a:xfrm>
              <a:off x="5950744" y="2147158"/>
              <a:ext cx="290512" cy="168146"/>
            </a:xfrm>
            <a:prstGeom prst="roundRect">
              <a:avLst>
                <a:gd name="adj" fmla="val 746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四角形: 角を丸くする 7">
              <a:extLst>
                <a:ext uri="{FF2B5EF4-FFF2-40B4-BE49-F238E27FC236}">
                  <a16:creationId xmlns:a16="http://schemas.microsoft.com/office/drawing/2014/main" id="{2AA3D14A-B57C-D194-5ECE-58D76BE6CFB1}"/>
                </a:ext>
              </a:extLst>
            </p:cNvPr>
            <p:cNvSpPr/>
            <p:nvPr/>
          </p:nvSpPr>
          <p:spPr>
            <a:xfrm>
              <a:off x="5514945" y="2147158"/>
              <a:ext cx="290512" cy="168146"/>
            </a:xfrm>
            <a:prstGeom prst="roundRect">
              <a:avLst>
                <a:gd name="adj" fmla="val 746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720B2B0E-8801-527B-559C-E162279A5E03}"/>
                </a:ext>
              </a:extLst>
            </p:cNvPr>
            <p:cNvSpPr/>
            <p:nvPr/>
          </p:nvSpPr>
          <p:spPr>
            <a:xfrm>
              <a:off x="6386543" y="2147158"/>
              <a:ext cx="290512" cy="168146"/>
            </a:xfrm>
            <a:prstGeom prst="roundRect">
              <a:avLst>
                <a:gd name="adj" fmla="val 746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41A51040-CC43-0C3D-6A4F-B88E1D1CFE21}"/>
                </a:ext>
              </a:extLst>
            </p:cNvPr>
            <p:cNvSpPr txBox="1"/>
            <p:nvPr/>
          </p:nvSpPr>
          <p:spPr>
            <a:xfrm>
              <a:off x="5178744" y="1103820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Basic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40" name="グループ化 139">
            <a:extLst>
              <a:ext uri="{FF2B5EF4-FFF2-40B4-BE49-F238E27FC236}">
                <a16:creationId xmlns:a16="http://schemas.microsoft.com/office/drawing/2014/main" id="{4683FCF4-449A-7CA7-1ADB-54E758C14AA3}"/>
              </a:ext>
            </a:extLst>
          </p:cNvPr>
          <p:cNvGrpSpPr/>
          <p:nvPr/>
        </p:nvGrpSpPr>
        <p:grpSpPr>
          <a:xfrm>
            <a:off x="4755356" y="185315"/>
            <a:ext cx="1936990" cy="1931616"/>
            <a:chOff x="4755356" y="185315"/>
            <a:chExt cx="1936990" cy="1931616"/>
          </a:xfrm>
        </p:grpSpPr>
        <p:sp>
          <p:nvSpPr>
            <p:cNvPr id="139" name="四角形: 角を丸くする 138">
              <a:extLst>
                <a:ext uri="{FF2B5EF4-FFF2-40B4-BE49-F238E27FC236}">
                  <a16:creationId xmlns:a16="http://schemas.microsoft.com/office/drawing/2014/main" id="{8A26924E-104C-0649-DA42-7651897DC16F}"/>
                </a:ext>
              </a:extLst>
            </p:cNvPr>
            <p:cNvSpPr/>
            <p:nvPr/>
          </p:nvSpPr>
          <p:spPr>
            <a:xfrm>
              <a:off x="4755356" y="185315"/>
              <a:ext cx="1936990" cy="1931616"/>
            </a:xfrm>
            <a:prstGeom prst="roundRect">
              <a:avLst>
                <a:gd name="adj" fmla="val 9514"/>
              </a:avLst>
            </a:prstGeom>
            <a:noFill/>
            <a:ln w="381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0E65648A-5471-BA21-5F45-0AC09481671C}"/>
                </a:ext>
              </a:extLst>
            </p:cNvPr>
            <p:cNvSpPr/>
            <p:nvPr/>
          </p:nvSpPr>
          <p:spPr>
            <a:xfrm>
              <a:off x="4771351" y="198623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64480036-A230-3E1D-10D6-E77B8B850D5D}"/>
                </a:ext>
              </a:extLst>
            </p:cNvPr>
            <p:cNvSpPr/>
            <p:nvPr/>
          </p:nvSpPr>
          <p:spPr>
            <a:xfrm>
              <a:off x="4964585" y="589304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BF9B20A2-A2C7-A5B1-FCE3-CB74DDC181F6}"/>
                </a:ext>
              </a:extLst>
            </p:cNvPr>
            <p:cNvSpPr txBox="1"/>
            <p:nvPr/>
          </p:nvSpPr>
          <p:spPr>
            <a:xfrm>
              <a:off x="4806595" y="779112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Core2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楕円 16">
              <a:extLst>
                <a:ext uri="{FF2B5EF4-FFF2-40B4-BE49-F238E27FC236}">
                  <a16:creationId xmlns:a16="http://schemas.microsoft.com/office/drawing/2014/main" id="{2B9FAA2D-5F1B-D466-DBB6-DFE899925114}"/>
                </a:ext>
              </a:extLst>
            </p:cNvPr>
            <p:cNvSpPr/>
            <p:nvPr/>
          </p:nvSpPr>
          <p:spPr>
            <a:xfrm>
              <a:off x="5235966" y="1746979"/>
              <a:ext cx="99283" cy="99283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楕円 19">
              <a:extLst>
                <a:ext uri="{FF2B5EF4-FFF2-40B4-BE49-F238E27FC236}">
                  <a16:creationId xmlns:a16="http://schemas.microsoft.com/office/drawing/2014/main" id="{8BBF74AD-4EA5-7711-C04E-228490B08B51}"/>
                </a:ext>
              </a:extLst>
            </p:cNvPr>
            <p:cNvSpPr/>
            <p:nvPr/>
          </p:nvSpPr>
          <p:spPr>
            <a:xfrm>
              <a:off x="5671380" y="1746979"/>
              <a:ext cx="99283" cy="99283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楕円 20">
              <a:extLst>
                <a:ext uri="{FF2B5EF4-FFF2-40B4-BE49-F238E27FC236}">
                  <a16:creationId xmlns:a16="http://schemas.microsoft.com/office/drawing/2014/main" id="{45E4FED9-DF4C-3806-AC07-D9506D7C49BF}"/>
                </a:ext>
              </a:extLst>
            </p:cNvPr>
            <p:cNvSpPr/>
            <p:nvPr/>
          </p:nvSpPr>
          <p:spPr>
            <a:xfrm>
              <a:off x="6106356" y="1746979"/>
              <a:ext cx="99283" cy="99283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9FF4CA45-05F8-C1B4-2AC5-B05BA9474F4D}"/>
              </a:ext>
            </a:extLst>
          </p:cNvPr>
          <p:cNvGrpSpPr/>
          <p:nvPr/>
        </p:nvGrpSpPr>
        <p:grpSpPr>
          <a:xfrm>
            <a:off x="6869585" y="198623"/>
            <a:ext cx="2621228" cy="1905000"/>
            <a:chOff x="8360572" y="523331"/>
            <a:chExt cx="2621228" cy="1905000"/>
          </a:xfrm>
        </p:grpSpPr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FDCEE02A-B78E-7F32-3CA6-A78BBE088C39}"/>
                </a:ext>
              </a:extLst>
            </p:cNvPr>
            <p:cNvGrpSpPr/>
            <p:nvPr/>
          </p:nvGrpSpPr>
          <p:grpSpPr>
            <a:xfrm rot="10800000">
              <a:off x="10626569" y="1000124"/>
              <a:ext cx="355231" cy="951406"/>
              <a:chOff x="8512972" y="1152525"/>
              <a:chExt cx="355231" cy="951406"/>
            </a:xfrm>
          </p:grpSpPr>
          <p:sp>
            <p:nvSpPr>
              <p:cNvPr id="33" name="台形 32">
                <a:extLst>
                  <a:ext uri="{FF2B5EF4-FFF2-40B4-BE49-F238E27FC236}">
                    <a16:creationId xmlns:a16="http://schemas.microsoft.com/office/drawing/2014/main" id="{3968DCF0-88C5-42F2-B965-CB01785B5057}"/>
                  </a:ext>
                </a:extLst>
              </p:cNvPr>
              <p:cNvSpPr/>
              <p:nvPr/>
            </p:nvSpPr>
            <p:spPr>
              <a:xfrm rot="16200000">
                <a:off x="8214885" y="1450612"/>
                <a:ext cx="951406" cy="355231"/>
              </a:xfrm>
              <a:prstGeom prst="trapezoid">
                <a:avLst>
                  <a:gd name="adj" fmla="val 52966"/>
                </a:avLst>
              </a:prstGeom>
              <a:solidFill>
                <a:srgbClr val="E2AC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4" name="楕円 33">
                <a:extLst>
                  <a:ext uri="{FF2B5EF4-FFF2-40B4-BE49-F238E27FC236}">
                    <a16:creationId xmlns:a16="http://schemas.microsoft.com/office/drawing/2014/main" id="{0B89A43B-2A01-6882-6187-70AEDDFF7C81}"/>
                  </a:ext>
                </a:extLst>
              </p:cNvPr>
              <p:cNvSpPr/>
              <p:nvPr/>
            </p:nvSpPr>
            <p:spPr>
              <a:xfrm>
                <a:off x="8664790" y="1568096"/>
                <a:ext cx="120262" cy="12026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a16:creationId xmlns:a16="http://schemas.microsoft.com/office/drawing/2014/main" id="{442D1CB1-7E93-EDF9-C7D5-17B3ECA38F82}"/>
                  </a:ext>
                </a:extLst>
              </p:cNvPr>
              <p:cNvSpPr/>
              <p:nvPr/>
            </p:nvSpPr>
            <p:spPr>
              <a:xfrm>
                <a:off x="8751713" y="1321595"/>
                <a:ext cx="66677" cy="15007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a16:creationId xmlns:a16="http://schemas.microsoft.com/office/drawing/2014/main" id="{ABEE921A-7E0B-37B4-A4E6-1F6742EDC4B5}"/>
                  </a:ext>
                </a:extLst>
              </p:cNvPr>
              <p:cNvSpPr/>
              <p:nvPr/>
            </p:nvSpPr>
            <p:spPr>
              <a:xfrm>
                <a:off x="8751713" y="1784789"/>
                <a:ext cx="66677" cy="15007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29" name="台形 28">
              <a:extLst>
                <a:ext uri="{FF2B5EF4-FFF2-40B4-BE49-F238E27FC236}">
                  <a16:creationId xmlns:a16="http://schemas.microsoft.com/office/drawing/2014/main" id="{C77D27DC-0B9F-6BE4-903B-0791E63A1E92}"/>
                </a:ext>
              </a:extLst>
            </p:cNvPr>
            <p:cNvSpPr/>
            <p:nvPr/>
          </p:nvSpPr>
          <p:spPr>
            <a:xfrm rot="16200000">
              <a:off x="8062485" y="1298212"/>
              <a:ext cx="951406" cy="355231"/>
            </a:xfrm>
            <a:prstGeom prst="trapezoid">
              <a:avLst>
                <a:gd name="adj" fmla="val 52966"/>
              </a:avLst>
            </a:prstGeom>
            <a:solidFill>
              <a:srgbClr val="E2A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楕円 29">
              <a:extLst>
                <a:ext uri="{FF2B5EF4-FFF2-40B4-BE49-F238E27FC236}">
                  <a16:creationId xmlns:a16="http://schemas.microsoft.com/office/drawing/2014/main" id="{E28D5BC8-45BE-2B46-272B-2B4F33100A3B}"/>
                </a:ext>
              </a:extLst>
            </p:cNvPr>
            <p:cNvSpPr/>
            <p:nvPr/>
          </p:nvSpPr>
          <p:spPr>
            <a:xfrm>
              <a:off x="8512390" y="1415696"/>
              <a:ext cx="120262" cy="12026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D60B924E-68BB-8F18-B7EB-E4942C8DED04}"/>
                </a:ext>
              </a:extLst>
            </p:cNvPr>
            <p:cNvSpPr/>
            <p:nvPr/>
          </p:nvSpPr>
          <p:spPr>
            <a:xfrm>
              <a:off x="8599313" y="1169195"/>
              <a:ext cx="66677" cy="1500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BE11B05D-2740-0009-5A9E-0D41CE93AEAC}"/>
                </a:ext>
              </a:extLst>
            </p:cNvPr>
            <p:cNvSpPr/>
            <p:nvPr/>
          </p:nvSpPr>
          <p:spPr>
            <a:xfrm>
              <a:off x="8599313" y="1632389"/>
              <a:ext cx="66677" cy="1500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B0BC9A7B-2F97-4194-53B5-169D804EB214}"/>
                </a:ext>
              </a:extLst>
            </p:cNvPr>
            <p:cNvSpPr/>
            <p:nvPr/>
          </p:nvSpPr>
          <p:spPr>
            <a:xfrm>
              <a:off x="8726455" y="523331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8661D30-29C5-EB4E-61B4-58CF3CA1063C}"/>
                </a:ext>
              </a:extLst>
            </p:cNvPr>
            <p:cNvSpPr/>
            <p:nvPr/>
          </p:nvSpPr>
          <p:spPr>
            <a:xfrm>
              <a:off x="8919689" y="914012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51895ADF-9198-1EC2-C667-B7D8EE01D2AE}"/>
                </a:ext>
              </a:extLst>
            </p:cNvPr>
            <p:cNvSpPr txBox="1"/>
            <p:nvPr/>
          </p:nvSpPr>
          <p:spPr>
            <a:xfrm>
              <a:off x="8761699" y="1103820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Tough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23531D37-C378-0E49-9FE1-7C256D77FE2B}"/>
              </a:ext>
            </a:extLst>
          </p:cNvPr>
          <p:cNvGrpSpPr/>
          <p:nvPr/>
        </p:nvGrpSpPr>
        <p:grpSpPr>
          <a:xfrm>
            <a:off x="10070541" y="235006"/>
            <a:ext cx="952500" cy="1905000"/>
            <a:chOff x="10092314" y="4760827"/>
            <a:chExt cx="952500" cy="1905000"/>
          </a:xfrm>
        </p:grpSpPr>
        <p:sp>
          <p:nvSpPr>
            <p:cNvPr id="38" name="四角形: 角を丸くする 37">
              <a:extLst>
                <a:ext uri="{FF2B5EF4-FFF2-40B4-BE49-F238E27FC236}">
                  <a16:creationId xmlns:a16="http://schemas.microsoft.com/office/drawing/2014/main" id="{C2EE567B-C433-60BB-D445-A4BDEF33BFF2}"/>
                </a:ext>
              </a:extLst>
            </p:cNvPr>
            <p:cNvSpPr/>
            <p:nvPr/>
          </p:nvSpPr>
          <p:spPr>
            <a:xfrm>
              <a:off x="10092314" y="4760827"/>
              <a:ext cx="952500" cy="1905000"/>
            </a:xfrm>
            <a:prstGeom prst="roundRect">
              <a:avLst>
                <a:gd name="adj" fmla="val 10000"/>
              </a:avLst>
            </a:prstGeom>
            <a:solidFill>
              <a:srgbClr val="EA5B24"/>
            </a:solidFill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124FC3B9-B85E-E01A-63A3-F8C7FE8FFF89}"/>
                </a:ext>
              </a:extLst>
            </p:cNvPr>
            <p:cNvSpPr/>
            <p:nvPr/>
          </p:nvSpPr>
          <p:spPr>
            <a:xfrm>
              <a:off x="10254809" y="4896626"/>
              <a:ext cx="627509" cy="986649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四角形: 角を丸くする 42">
              <a:extLst>
                <a:ext uri="{FF2B5EF4-FFF2-40B4-BE49-F238E27FC236}">
                  <a16:creationId xmlns:a16="http://schemas.microsoft.com/office/drawing/2014/main" id="{243AA6D2-E1C8-C7A0-2885-BF1AE6952F4C}"/>
                </a:ext>
              </a:extLst>
            </p:cNvPr>
            <p:cNvSpPr/>
            <p:nvPr/>
          </p:nvSpPr>
          <p:spPr>
            <a:xfrm>
              <a:off x="10284210" y="6099174"/>
              <a:ext cx="568705" cy="415925"/>
            </a:xfrm>
            <a:prstGeom prst="roundRect">
              <a:avLst/>
            </a:prstGeom>
            <a:solidFill>
              <a:srgbClr val="EA5B24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E92588A7-36B1-18EA-A03F-2F58919BC5A3}"/>
                </a:ext>
              </a:extLst>
            </p:cNvPr>
            <p:cNvSpPr/>
            <p:nvPr/>
          </p:nvSpPr>
          <p:spPr>
            <a:xfrm>
              <a:off x="10256841" y="6441283"/>
              <a:ext cx="625477" cy="92075"/>
            </a:xfrm>
            <a:prstGeom prst="rect">
              <a:avLst/>
            </a:prstGeom>
            <a:solidFill>
              <a:srgbClr val="EA5B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テキスト ボックス 44">
              <a:extLst>
                <a:ext uri="{FF2B5EF4-FFF2-40B4-BE49-F238E27FC236}">
                  <a16:creationId xmlns:a16="http://schemas.microsoft.com/office/drawing/2014/main" id="{1BD847D8-ADA5-41B8-B2C0-136ABA077156}"/>
                </a:ext>
              </a:extLst>
            </p:cNvPr>
            <p:cNvSpPr txBox="1"/>
            <p:nvPr/>
          </p:nvSpPr>
          <p:spPr>
            <a:xfrm>
              <a:off x="10174708" y="6073059"/>
              <a:ext cx="78770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 dirty="0">
                  <a:solidFill>
                    <a:srgbClr val="C34513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Dubai Medium" panose="020B0603030403030204" pitchFamily="34" charset="-78"/>
                </a:rPr>
                <a:t>M5</a:t>
              </a:r>
              <a:endParaRPr kumimoji="1" lang="ja-JP" altLang="en-US" sz="2800" dirty="0">
                <a:solidFill>
                  <a:srgbClr val="C3451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Dubai Medium" panose="020B0603030403030204" pitchFamily="34" charset="-78"/>
              </a:endParaRPr>
            </a:p>
          </p:txBody>
        </p:sp>
        <p:sp>
          <p:nvSpPr>
            <p:cNvPr id="46" name="テキスト ボックス 45">
              <a:extLst>
                <a:ext uri="{FF2B5EF4-FFF2-40B4-BE49-F238E27FC236}">
                  <a16:creationId xmlns:a16="http://schemas.microsoft.com/office/drawing/2014/main" id="{08424B79-468C-6507-212E-AD6DC4AA26B1}"/>
                </a:ext>
              </a:extLst>
            </p:cNvPr>
            <p:cNvSpPr txBox="1"/>
            <p:nvPr/>
          </p:nvSpPr>
          <p:spPr>
            <a:xfrm>
              <a:off x="10092314" y="5164848"/>
              <a:ext cx="9525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M5Stick</a:t>
              </a:r>
              <a:b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 Plus</a:t>
              </a:r>
              <a:endParaRPr kumimoji="1" lang="ja-JP" alt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258DD63-713B-39BE-4FCF-95A0FE0F5B1C}"/>
              </a:ext>
            </a:extLst>
          </p:cNvPr>
          <p:cNvGrpSpPr/>
          <p:nvPr/>
        </p:nvGrpSpPr>
        <p:grpSpPr>
          <a:xfrm>
            <a:off x="166507" y="182327"/>
            <a:ext cx="2087386" cy="2586999"/>
            <a:chOff x="2371725" y="661987"/>
            <a:chExt cx="2087386" cy="2586999"/>
          </a:xfrm>
        </p:grpSpPr>
        <p:sp>
          <p:nvSpPr>
            <p:cNvPr id="51" name="四角形: 角を丸くする 50">
              <a:extLst>
                <a:ext uri="{FF2B5EF4-FFF2-40B4-BE49-F238E27FC236}">
                  <a16:creationId xmlns:a16="http://schemas.microsoft.com/office/drawing/2014/main" id="{D0BF7E0E-358E-C91C-2B31-43D72CD63EB6}"/>
                </a:ext>
              </a:extLst>
            </p:cNvPr>
            <p:cNvSpPr/>
            <p:nvPr/>
          </p:nvSpPr>
          <p:spPr>
            <a:xfrm>
              <a:off x="2371725" y="661987"/>
              <a:ext cx="2087386" cy="2586999"/>
            </a:xfrm>
            <a:prstGeom prst="roundRect">
              <a:avLst>
                <a:gd name="adj" fmla="val 5124"/>
              </a:avLst>
            </a:prstGeom>
            <a:solidFill>
              <a:srgbClr val="275732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2" name="正方形/長方形 51">
              <a:extLst>
                <a:ext uri="{FF2B5EF4-FFF2-40B4-BE49-F238E27FC236}">
                  <a16:creationId xmlns:a16="http://schemas.microsoft.com/office/drawing/2014/main" id="{A35C3C0C-3558-406A-8636-204A5863382C}"/>
                </a:ext>
              </a:extLst>
            </p:cNvPr>
            <p:cNvSpPr/>
            <p:nvPr/>
          </p:nvSpPr>
          <p:spPr>
            <a:xfrm>
              <a:off x="3156597" y="734354"/>
              <a:ext cx="995363" cy="541996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0" name="四角形: 角を丸くする 59">
              <a:extLst>
                <a:ext uri="{FF2B5EF4-FFF2-40B4-BE49-F238E27FC236}">
                  <a16:creationId xmlns:a16="http://schemas.microsoft.com/office/drawing/2014/main" id="{F1FFACB6-BABC-4E97-9699-F34B1108AF66}"/>
                </a:ext>
              </a:extLst>
            </p:cNvPr>
            <p:cNvSpPr/>
            <p:nvPr/>
          </p:nvSpPr>
          <p:spPr>
            <a:xfrm>
              <a:off x="3187185" y="1535958"/>
              <a:ext cx="958439" cy="1670792"/>
            </a:xfrm>
            <a:prstGeom prst="roundRect">
              <a:avLst>
                <a:gd name="adj" fmla="val 4592"/>
              </a:avLst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F3EAFBA1-4240-55CA-7F8F-7A2B5FA9DFFB}"/>
                </a:ext>
              </a:extLst>
            </p:cNvPr>
            <p:cNvSpPr/>
            <p:nvPr/>
          </p:nvSpPr>
          <p:spPr>
            <a:xfrm>
              <a:off x="3374177" y="1535958"/>
              <a:ext cx="578488" cy="63572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4E4BC22B-D910-496B-6C47-1F4F380F5270}"/>
                </a:ext>
              </a:extLst>
            </p:cNvPr>
            <p:cNvSpPr/>
            <p:nvPr/>
          </p:nvSpPr>
          <p:spPr>
            <a:xfrm>
              <a:off x="3525542" y="2973288"/>
              <a:ext cx="262597" cy="25938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7A0098DB-0312-6C4B-4D70-DD249387C04B}"/>
                </a:ext>
              </a:extLst>
            </p:cNvPr>
            <p:cNvSpPr/>
            <p:nvPr/>
          </p:nvSpPr>
          <p:spPr>
            <a:xfrm>
              <a:off x="3346715" y="1319265"/>
              <a:ext cx="631560" cy="216693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E6786167-029D-22D1-DF9C-1D2ECBE5D149}"/>
                </a:ext>
              </a:extLst>
            </p:cNvPr>
            <p:cNvSpPr/>
            <p:nvPr/>
          </p:nvSpPr>
          <p:spPr>
            <a:xfrm>
              <a:off x="3320827" y="2973288"/>
              <a:ext cx="106700" cy="1382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367395FF-0077-645A-59E0-B01727F6F6F9}"/>
                </a:ext>
              </a:extLst>
            </p:cNvPr>
            <p:cNvSpPr/>
            <p:nvPr/>
          </p:nvSpPr>
          <p:spPr>
            <a:xfrm>
              <a:off x="3890990" y="2973288"/>
              <a:ext cx="106700" cy="1382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正方形/長方形 65">
              <a:extLst>
                <a:ext uri="{FF2B5EF4-FFF2-40B4-BE49-F238E27FC236}">
                  <a16:creationId xmlns:a16="http://schemas.microsoft.com/office/drawing/2014/main" id="{B63BB147-C8F3-A6B2-4BAF-9338266DA1D3}"/>
                </a:ext>
              </a:extLst>
            </p:cNvPr>
            <p:cNvSpPr/>
            <p:nvPr/>
          </p:nvSpPr>
          <p:spPr>
            <a:xfrm>
              <a:off x="3683173" y="2404963"/>
              <a:ext cx="106700" cy="1382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正方形/長方形 66">
              <a:extLst>
                <a:ext uri="{FF2B5EF4-FFF2-40B4-BE49-F238E27FC236}">
                  <a16:creationId xmlns:a16="http://schemas.microsoft.com/office/drawing/2014/main" id="{6E17197D-0C08-2280-3FC0-1C0F2198A95D}"/>
                </a:ext>
              </a:extLst>
            </p:cNvPr>
            <p:cNvSpPr/>
            <p:nvPr/>
          </p:nvSpPr>
          <p:spPr>
            <a:xfrm>
              <a:off x="3572119" y="2655045"/>
              <a:ext cx="169441" cy="16117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8" name="楕円 67">
              <a:extLst>
                <a:ext uri="{FF2B5EF4-FFF2-40B4-BE49-F238E27FC236}">
                  <a16:creationId xmlns:a16="http://schemas.microsoft.com/office/drawing/2014/main" id="{F6BDE9C8-EC81-C668-923C-9D1772C3901C}"/>
                </a:ext>
              </a:extLst>
            </p:cNvPr>
            <p:cNvSpPr/>
            <p:nvPr/>
          </p:nvSpPr>
          <p:spPr>
            <a:xfrm>
              <a:off x="4195000" y="730393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9" name="楕円 68">
              <a:extLst>
                <a:ext uri="{FF2B5EF4-FFF2-40B4-BE49-F238E27FC236}">
                  <a16:creationId xmlns:a16="http://schemas.microsoft.com/office/drawing/2014/main" id="{3472CD27-BACF-5A8A-3599-3EE1281E88C8}"/>
                </a:ext>
              </a:extLst>
            </p:cNvPr>
            <p:cNvSpPr/>
            <p:nvPr/>
          </p:nvSpPr>
          <p:spPr>
            <a:xfrm>
              <a:off x="4195000" y="300855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0" name="楕円 69">
              <a:extLst>
                <a:ext uri="{FF2B5EF4-FFF2-40B4-BE49-F238E27FC236}">
                  <a16:creationId xmlns:a16="http://schemas.microsoft.com/office/drawing/2014/main" id="{E31098D8-AE4D-0C02-DC31-5EF790C99548}"/>
                </a:ext>
              </a:extLst>
            </p:cNvPr>
            <p:cNvSpPr/>
            <p:nvPr/>
          </p:nvSpPr>
          <p:spPr>
            <a:xfrm>
              <a:off x="2425896" y="300855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1" name="楕円 70">
              <a:extLst>
                <a:ext uri="{FF2B5EF4-FFF2-40B4-BE49-F238E27FC236}">
                  <a16:creationId xmlns:a16="http://schemas.microsoft.com/office/drawing/2014/main" id="{B74769BA-7850-D3DF-9FB4-A3B6F1555A89}"/>
                </a:ext>
              </a:extLst>
            </p:cNvPr>
            <p:cNvSpPr/>
            <p:nvPr/>
          </p:nvSpPr>
          <p:spPr>
            <a:xfrm>
              <a:off x="2425896" y="730393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2" name="楕円 71">
              <a:extLst>
                <a:ext uri="{FF2B5EF4-FFF2-40B4-BE49-F238E27FC236}">
                  <a16:creationId xmlns:a16="http://schemas.microsoft.com/office/drawing/2014/main" id="{443DF7E2-395E-86E5-06CF-67FA03FE280A}"/>
                </a:ext>
              </a:extLst>
            </p:cNvPr>
            <p:cNvSpPr/>
            <p:nvPr/>
          </p:nvSpPr>
          <p:spPr>
            <a:xfrm>
              <a:off x="2425896" y="1137859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3" name="楕円 72">
              <a:extLst>
                <a:ext uri="{FF2B5EF4-FFF2-40B4-BE49-F238E27FC236}">
                  <a16:creationId xmlns:a16="http://schemas.microsoft.com/office/drawing/2014/main" id="{B5C932E4-C10C-9CBE-435F-412A5610BC7D}"/>
                </a:ext>
              </a:extLst>
            </p:cNvPr>
            <p:cNvSpPr/>
            <p:nvPr/>
          </p:nvSpPr>
          <p:spPr>
            <a:xfrm>
              <a:off x="2425896" y="1886159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4" name="楕円 73">
              <a:extLst>
                <a:ext uri="{FF2B5EF4-FFF2-40B4-BE49-F238E27FC236}">
                  <a16:creationId xmlns:a16="http://schemas.microsoft.com/office/drawing/2014/main" id="{258C0AD0-0AAF-3099-B94A-85FABAD17CE1}"/>
                </a:ext>
              </a:extLst>
            </p:cNvPr>
            <p:cNvSpPr/>
            <p:nvPr/>
          </p:nvSpPr>
          <p:spPr>
            <a:xfrm>
              <a:off x="2425896" y="2636535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6" name="正方形/長方形 75">
              <a:extLst>
                <a:ext uri="{FF2B5EF4-FFF2-40B4-BE49-F238E27FC236}">
                  <a16:creationId xmlns:a16="http://schemas.microsoft.com/office/drawing/2014/main" id="{7FD46BBD-A977-FBA1-4001-584F9BDD13AB}"/>
                </a:ext>
              </a:extLst>
            </p:cNvPr>
            <p:cNvSpPr/>
            <p:nvPr/>
          </p:nvSpPr>
          <p:spPr>
            <a:xfrm>
              <a:off x="2690006" y="2775090"/>
              <a:ext cx="443719" cy="198198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7" name="正方形/長方形 76">
              <a:extLst>
                <a:ext uri="{FF2B5EF4-FFF2-40B4-BE49-F238E27FC236}">
                  <a16:creationId xmlns:a16="http://schemas.microsoft.com/office/drawing/2014/main" id="{3BD9084A-4013-2A66-B82A-92F0058E7916}"/>
                </a:ext>
              </a:extLst>
            </p:cNvPr>
            <p:cNvSpPr/>
            <p:nvPr/>
          </p:nvSpPr>
          <p:spPr>
            <a:xfrm>
              <a:off x="2690005" y="3020698"/>
              <a:ext cx="394251" cy="198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8" name="正方形/長方形 77">
              <a:extLst>
                <a:ext uri="{FF2B5EF4-FFF2-40B4-BE49-F238E27FC236}">
                  <a16:creationId xmlns:a16="http://schemas.microsoft.com/office/drawing/2014/main" id="{5AC21130-F3D1-725F-0B14-73F3AE437143}"/>
                </a:ext>
              </a:extLst>
            </p:cNvPr>
            <p:cNvSpPr/>
            <p:nvPr/>
          </p:nvSpPr>
          <p:spPr>
            <a:xfrm>
              <a:off x="2690006" y="2236133"/>
              <a:ext cx="443719" cy="198198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9" name="正方形/長方形 78">
              <a:extLst>
                <a:ext uri="{FF2B5EF4-FFF2-40B4-BE49-F238E27FC236}">
                  <a16:creationId xmlns:a16="http://schemas.microsoft.com/office/drawing/2014/main" id="{F5787D96-9DDB-830F-F724-36342B561304}"/>
                </a:ext>
              </a:extLst>
            </p:cNvPr>
            <p:cNvSpPr/>
            <p:nvPr/>
          </p:nvSpPr>
          <p:spPr>
            <a:xfrm>
              <a:off x="2690005" y="2484184"/>
              <a:ext cx="394251" cy="198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D4918980-7955-DBF9-2E3C-ED9EA298E927}"/>
                </a:ext>
              </a:extLst>
            </p:cNvPr>
            <p:cNvSpPr/>
            <p:nvPr/>
          </p:nvSpPr>
          <p:spPr>
            <a:xfrm>
              <a:off x="2690006" y="1695834"/>
              <a:ext cx="443719" cy="198198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1" name="正方形/長方形 80">
              <a:extLst>
                <a:ext uri="{FF2B5EF4-FFF2-40B4-BE49-F238E27FC236}">
                  <a16:creationId xmlns:a16="http://schemas.microsoft.com/office/drawing/2014/main" id="{74AB02D3-5461-33F3-6E92-139CBDA1B81E}"/>
                </a:ext>
              </a:extLst>
            </p:cNvPr>
            <p:cNvSpPr/>
            <p:nvPr/>
          </p:nvSpPr>
          <p:spPr>
            <a:xfrm>
              <a:off x="2690005" y="1939886"/>
              <a:ext cx="394251" cy="198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2" name="正方形/長方形 81">
              <a:extLst>
                <a:ext uri="{FF2B5EF4-FFF2-40B4-BE49-F238E27FC236}">
                  <a16:creationId xmlns:a16="http://schemas.microsoft.com/office/drawing/2014/main" id="{E3368694-990E-9EF6-ECED-1AD192800326}"/>
                </a:ext>
              </a:extLst>
            </p:cNvPr>
            <p:cNvSpPr/>
            <p:nvPr/>
          </p:nvSpPr>
          <p:spPr>
            <a:xfrm>
              <a:off x="2690006" y="914012"/>
              <a:ext cx="443719" cy="198198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3" name="正方形/長方形 82">
              <a:extLst>
                <a:ext uri="{FF2B5EF4-FFF2-40B4-BE49-F238E27FC236}">
                  <a16:creationId xmlns:a16="http://schemas.microsoft.com/office/drawing/2014/main" id="{C657E702-9567-39C4-E939-D9A1FA31591F}"/>
                </a:ext>
              </a:extLst>
            </p:cNvPr>
            <p:cNvSpPr/>
            <p:nvPr/>
          </p:nvSpPr>
          <p:spPr>
            <a:xfrm>
              <a:off x="2690005" y="1217585"/>
              <a:ext cx="394251" cy="198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CDB466EC-B3A2-5598-5B94-E0086FA0F954}"/>
                </a:ext>
              </a:extLst>
            </p:cNvPr>
            <p:cNvSpPr txBox="1"/>
            <p:nvPr/>
          </p:nvSpPr>
          <p:spPr>
            <a:xfrm>
              <a:off x="3144376" y="689945"/>
              <a:ext cx="10012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ESP32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Devkit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96CFA0C3-C33B-42DF-1CD9-610D0F7641A5}"/>
              </a:ext>
            </a:extLst>
          </p:cNvPr>
          <p:cNvGrpSpPr/>
          <p:nvPr/>
        </p:nvGrpSpPr>
        <p:grpSpPr>
          <a:xfrm>
            <a:off x="2508874" y="2394529"/>
            <a:ext cx="1981200" cy="1580354"/>
            <a:chOff x="2402350" y="3775076"/>
            <a:chExt cx="1981200" cy="1580354"/>
          </a:xfrm>
        </p:grpSpPr>
        <p:cxnSp>
          <p:nvCxnSpPr>
            <p:cNvPr id="101" name="直線コネクタ 100">
              <a:extLst>
                <a:ext uri="{FF2B5EF4-FFF2-40B4-BE49-F238E27FC236}">
                  <a16:creationId xmlns:a16="http://schemas.microsoft.com/office/drawing/2014/main" id="{EB3D9677-D120-64E9-1A22-4B369788DF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40499" y="3775076"/>
              <a:ext cx="159851" cy="0"/>
            </a:xfrm>
            <a:prstGeom prst="line">
              <a:avLst/>
            </a:prstGeom>
            <a:ln w="28575" cap="sq">
              <a:solidFill>
                <a:srgbClr val="4472C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a16:creationId xmlns:a16="http://schemas.microsoft.com/office/drawing/2014/main" id="{221FA9E5-3240-D1F2-1C0D-161980CCCD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1074" y="3775076"/>
              <a:ext cx="159851" cy="0"/>
            </a:xfrm>
            <a:prstGeom prst="line">
              <a:avLst/>
            </a:prstGeom>
            <a:ln w="28575" cap="sq">
              <a:solidFill>
                <a:srgbClr val="4472C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コネクタ 105">
              <a:extLst>
                <a:ext uri="{FF2B5EF4-FFF2-40B4-BE49-F238E27FC236}">
                  <a16:creationId xmlns:a16="http://schemas.microsoft.com/office/drawing/2014/main" id="{3ED0DDA5-F4B9-A04F-7AD3-24E7C996F1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45205" y="3775076"/>
              <a:ext cx="159851" cy="0"/>
            </a:xfrm>
            <a:prstGeom prst="line">
              <a:avLst/>
            </a:prstGeom>
            <a:ln w="28575" cap="sq">
              <a:solidFill>
                <a:srgbClr val="4472C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四角形: 角を丸くする 84">
              <a:extLst>
                <a:ext uri="{FF2B5EF4-FFF2-40B4-BE49-F238E27FC236}">
                  <a16:creationId xmlns:a16="http://schemas.microsoft.com/office/drawing/2014/main" id="{72AB8301-A0A9-33AE-D051-F106C6163C20}"/>
                </a:ext>
              </a:extLst>
            </p:cNvPr>
            <p:cNvSpPr/>
            <p:nvPr/>
          </p:nvSpPr>
          <p:spPr>
            <a:xfrm>
              <a:off x="2402350" y="3795713"/>
              <a:ext cx="1981200" cy="1559717"/>
            </a:xfrm>
            <a:prstGeom prst="roundRect">
              <a:avLst>
                <a:gd name="adj" fmla="val 4671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四角形: 角を丸くする 86">
              <a:extLst>
                <a:ext uri="{FF2B5EF4-FFF2-40B4-BE49-F238E27FC236}">
                  <a16:creationId xmlns:a16="http://schemas.microsoft.com/office/drawing/2014/main" id="{99E6AFB7-D40E-514E-CC7D-7DBF13DDAE8F}"/>
                </a:ext>
              </a:extLst>
            </p:cNvPr>
            <p:cNvSpPr/>
            <p:nvPr/>
          </p:nvSpPr>
          <p:spPr>
            <a:xfrm>
              <a:off x="2465040" y="3850672"/>
              <a:ext cx="1855820" cy="1327240"/>
            </a:xfrm>
            <a:prstGeom prst="roundRect">
              <a:avLst>
                <a:gd name="adj" fmla="val 4671"/>
              </a:avLst>
            </a:prstGeom>
            <a:solidFill>
              <a:schemeClr val="tx1">
                <a:lumMod val="85000"/>
                <a:lumOff val="15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90" name="直線コネクタ 89">
              <a:extLst>
                <a:ext uri="{FF2B5EF4-FFF2-40B4-BE49-F238E27FC236}">
                  <a16:creationId xmlns:a16="http://schemas.microsoft.com/office/drawing/2014/main" id="{6D746292-A020-1218-F63D-33BF0B9776A4}"/>
                </a:ext>
              </a:extLst>
            </p:cNvPr>
            <p:cNvCxnSpPr>
              <a:cxnSpLocks/>
            </p:cNvCxnSpPr>
            <p:nvPr/>
          </p:nvCxnSpPr>
          <p:spPr>
            <a:xfrm>
              <a:off x="2552629" y="5233988"/>
              <a:ext cx="0" cy="54768"/>
            </a:xfrm>
            <a:prstGeom prst="line">
              <a:avLst/>
            </a:prstGeom>
            <a:ln w="28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コネクタ 93">
              <a:extLst>
                <a:ext uri="{FF2B5EF4-FFF2-40B4-BE49-F238E27FC236}">
                  <a16:creationId xmlns:a16="http://schemas.microsoft.com/office/drawing/2014/main" id="{0CA86552-D9FA-7394-93BF-DADEBC78E520}"/>
                </a:ext>
              </a:extLst>
            </p:cNvPr>
            <p:cNvCxnSpPr>
              <a:cxnSpLocks/>
            </p:cNvCxnSpPr>
            <p:nvPr/>
          </p:nvCxnSpPr>
          <p:spPr>
            <a:xfrm>
              <a:off x="2621642" y="5233988"/>
              <a:ext cx="0" cy="54768"/>
            </a:xfrm>
            <a:prstGeom prst="line">
              <a:avLst/>
            </a:prstGeom>
            <a:ln w="28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1128B6BA-ABE7-B17C-16CB-9378261A78DD}"/>
                </a:ext>
              </a:extLst>
            </p:cNvPr>
            <p:cNvCxnSpPr>
              <a:cxnSpLocks/>
            </p:cNvCxnSpPr>
            <p:nvPr/>
          </p:nvCxnSpPr>
          <p:spPr>
            <a:xfrm>
              <a:off x="2690005" y="5233988"/>
              <a:ext cx="0" cy="54768"/>
            </a:xfrm>
            <a:prstGeom prst="line">
              <a:avLst/>
            </a:prstGeom>
            <a:ln w="28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線コネクタ 95">
              <a:extLst>
                <a:ext uri="{FF2B5EF4-FFF2-40B4-BE49-F238E27FC236}">
                  <a16:creationId xmlns:a16="http://schemas.microsoft.com/office/drawing/2014/main" id="{9251F938-9DB7-BDEB-83A5-FCADE07CBF48}"/>
                </a:ext>
              </a:extLst>
            </p:cNvPr>
            <p:cNvCxnSpPr>
              <a:cxnSpLocks/>
            </p:cNvCxnSpPr>
            <p:nvPr/>
          </p:nvCxnSpPr>
          <p:spPr>
            <a:xfrm>
              <a:off x="2761442" y="5233988"/>
              <a:ext cx="0" cy="54768"/>
            </a:xfrm>
            <a:prstGeom prst="line">
              <a:avLst/>
            </a:prstGeom>
            <a:ln w="28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楕円 96">
              <a:extLst>
                <a:ext uri="{FF2B5EF4-FFF2-40B4-BE49-F238E27FC236}">
                  <a16:creationId xmlns:a16="http://schemas.microsoft.com/office/drawing/2014/main" id="{316D27A6-5951-4043-B5E4-4556E94D2E6E}"/>
                </a:ext>
              </a:extLst>
            </p:cNvPr>
            <p:cNvSpPr/>
            <p:nvPr/>
          </p:nvSpPr>
          <p:spPr>
            <a:xfrm>
              <a:off x="4033056" y="5067301"/>
              <a:ext cx="225136" cy="22513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7" name="テキスト ボックス 106">
              <a:extLst>
                <a:ext uri="{FF2B5EF4-FFF2-40B4-BE49-F238E27FC236}">
                  <a16:creationId xmlns:a16="http://schemas.microsoft.com/office/drawing/2014/main" id="{F78EC428-0D35-749C-0D66-E7D1D3DEE1BE}"/>
                </a:ext>
              </a:extLst>
            </p:cNvPr>
            <p:cNvSpPr txBox="1"/>
            <p:nvPr/>
          </p:nvSpPr>
          <p:spPr>
            <a:xfrm>
              <a:off x="2478760" y="4286993"/>
              <a:ext cx="18296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Wio</a:t>
              </a: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Terminal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0" name="グループ化 49">
            <a:extLst>
              <a:ext uri="{FF2B5EF4-FFF2-40B4-BE49-F238E27FC236}">
                <a16:creationId xmlns:a16="http://schemas.microsoft.com/office/drawing/2014/main" id="{03F4A33E-409D-283E-E18A-B5D34472C42B}"/>
              </a:ext>
            </a:extLst>
          </p:cNvPr>
          <p:cNvGrpSpPr/>
          <p:nvPr/>
        </p:nvGrpSpPr>
        <p:grpSpPr>
          <a:xfrm>
            <a:off x="4833305" y="2415166"/>
            <a:ext cx="2149009" cy="3361000"/>
            <a:chOff x="4678874" y="1434883"/>
            <a:chExt cx="2149009" cy="3361000"/>
          </a:xfrm>
        </p:grpSpPr>
        <p:sp>
          <p:nvSpPr>
            <p:cNvPr id="53" name="四角形: 角を丸くする 52">
              <a:extLst>
                <a:ext uri="{FF2B5EF4-FFF2-40B4-BE49-F238E27FC236}">
                  <a16:creationId xmlns:a16="http://schemas.microsoft.com/office/drawing/2014/main" id="{4ED4038F-84EA-DDE0-F8B2-75996C86AF36}"/>
                </a:ext>
              </a:extLst>
            </p:cNvPr>
            <p:cNvSpPr/>
            <p:nvPr/>
          </p:nvSpPr>
          <p:spPr>
            <a:xfrm>
              <a:off x="4679805" y="1434883"/>
              <a:ext cx="2148078" cy="3361000"/>
            </a:xfrm>
            <a:prstGeom prst="roundRect">
              <a:avLst>
                <a:gd name="adj" fmla="val 9514"/>
              </a:avLst>
            </a:prstGeom>
            <a:solidFill>
              <a:schemeClr val="bg1">
                <a:lumMod val="75000"/>
              </a:schemeClr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4" name="グループ化 53">
              <a:extLst>
                <a:ext uri="{FF2B5EF4-FFF2-40B4-BE49-F238E27FC236}">
                  <a16:creationId xmlns:a16="http://schemas.microsoft.com/office/drawing/2014/main" id="{AE17CBE5-DCFD-B421-C351-733DBDDC7608}"/>
                </a:ext>
              </a:extLst>
            </p:cNvPr>
            <p:cNvGrpSpPr/>
            <p:nvPr/>
          </p:nvGrpSpPr>
          <p:grpSpPr>
            <a:xfrm>
              <a:off x="5206342" y="2633326"/>
              <a:ext cx="1094073" cy="202015"/>
              <a:chOff x="5972762" y="4229491"/>
              <a:chExt cx="1094073" cy="202015"/>
            </a:xfrm>
          </p:grpSpPr>
          <p:sp>
            <p:nvSpPr>
              <p:cNvPr id="114" name="四角形: 角を丸くする 113">
                <a:extLst>
                  <a:ext uri="{FF2B5EF4-FFF2-40B4-BE49-F238E27FC236}">
                    <a16:creationId xmlns:a16="http://schemas.microsoft.com/office/drawing/2014/main" id="{C57CB152-BC99-69CB-F3F6-12EED0EE6BAD}"/>
                  </a:ext>
                </a:extLst>
              </p:cNvPr>
              <p:cNvSpPr/>
              <p:nvPr/>
            </p:nvSpPr>
            <p:spPr>
              <a:xfrm>
                <a:off x="6363246" y="4229491"/>
                <a:ext cx="313105" cy="202015"/>
              </a:xfrm>
              <a:prstGeom prst="roundRect">
                <a:avLst>
                  <a:gd name="adj" fmla="val 21606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5" name="四角形: 角を丸くする 114">
                <a:extLst>
                  <a:ext uri="{FF2B5EF4-FFF2-40B4-BE49-F238E27FC236}">
                    <a16:creationId xmlns:a16="http://schemas.microsoft.com/office/drawing/2014/main" id="{DCC38BEC-09AC-C0E7-C686-F07BB0B63348}"/>
                  </a:ext>
                </a:extLst>
              </p:cNvPr>
              <p:cNvSpPr/>
              <p:nvPr/>
            </p:nvSpPr>
            <p:spPr>
              <a:xfrm>
                <a:off x="5972762" y="4229491"/>
                <a:ext cx="313105" cy="202015"/>
              </a:xfrm>
              <a:prstGeom prst="roundRect">
                <a:avLst>
                  <a:gd name="adj" fmla="val 20034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6" name="四角形: 角を丸くする 115">
                <a:extLst>
                  <a:ext uri="{FF2B5EF4-FFF2-40B4-BE49-F238E27FC236}">
                    <a16:creationId xmlns:a16="http://schemas.microsoft.com/office/drawing/2014/main" id="{6E64A1AB-2356-D39F-CAAF-B1FF2C1D96D2}"/>
                  </a:ext>
                </a:extLst>
              </p:cNvPr>
              <p:cNvSpPr/>
              <p:nvPr/>
            </p:nvSpPr>
            <p:spPr>
              <a:xfrm>
                <a:off x="6753730" y="4229491"/>
                <a:ext cx="313105" cy="202015"/>
              </a:xfrm>
              <a:prstGeom prst="roundRect">
                <a:avLst>
                  <a:gd name="adj" fmla="val 21606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15EBAECF-CC3E-235B-7A76-9D76124A8DE6}"/>
                </a:ext>
              </a:extLst>
            </p:cNvPr>
            <p:cNvSpPr/>
            <p:nvPr/>
          </p:nvSpPr>
          <p:spPr>
            <a:xfrm rot="16200000">
              <a:off x="5439625" y="1728729"/>
              <a:ext cx="627509" cy="98665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2332515-2D4D-7C59-B099-1C9D0C2C59B2}"/>
                </a:ext>
              </a:extLst>
            </p:cNvPr>
            <p:cNvSpPr txBox="1"/>
            <p:nvPr/>
          </p:nvSpPr>
          <p:spPr>
            <a:xfrm>
              <a:off x="5195788" y="1898888"/>
              <a:ext cx="111611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Station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楕円 56">
              <a:extLst>
                <a:ext uri="{FF2B5EF4-FFF2-40B4-BE49-F238E27FC236}">
                  <a16:creationId xmlns:a16="http://schemas.microsoft.com/office/drawing/2014/main" id="{C84EAB8F-2720-5DBE-0C11-9E65926742AD}"/>
                </a:ext>
              </a:extLst>
            </p:cNvPr>
            <p:cNvSpPr/>
            <p:nvPr/>
          </p:nvSpPr>
          <p:spPr>
            <a:xfrm>
              <a:off x="4772026" y="1528763"/>
              <a:ext cx="219075" cy="21907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8" name="楕円 57">
              <a:extLst>
                <a:ext uri="{FF2B5EF4-FFF2-40B4-BE49-F238E27FC236}">
                  <a16:creationId xmlns:a16="http://schemas.microsoft.com/office/drawing/2014/main" id="{F45E5B42-977B-6F74-837E-F2C44356FC72}"/>
                </a:ext>
              </a:extLst>
            </p:cNvPr>
            <p:cNvSpPr/>
            <p:nvPr/>
          </p:nvSpPr>
          <p:spPr>
            <a:xfrm>
              <a:off x="6519864" y="1528763"/>
              <a:ext cx="219075" cy="21907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楕円 62">
              <a:extLst>
                <a:ext uri="{FF2B5EF4-FFF2-40B4-BE49-F238E27FC236}">
                  <a16:creationId xmlns:a16="http://schemas.microsoft.com/office/drawing/2014/main" id="{4B99692D-1B42-7FE3-0AAA-8175C46824EE}"/>
                </a:ext>
              </a:extLst>
            </p:cNvPr>
            <p:cNvSpPr/>
            <p:nvPr/>
          </p:nvSpPr>
          <p:spPr>
            <a:xfrm>
              <a:off x="4772026" y="4471976"/>
              <a:ext cx="219075" cy="21907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5" name="楕円 74">
              <a:extLst>
                <a:ext uri="{FF2B5EF4-FFF2-40B4-BE49-F238E27FC236}">
                  <a16:creationId xmlns:a16="http://schemas.microsoft.com/office/drawing/2014/main" id="{7DB354BF-EACE-38FB-BD73-50C1457C91C2}"/>
                </a:ext>
              </a:extLst>
            </p:cNvPr>
            <p:cNvSpPr/>
            <p:nvPr/>
          </p:nvSpPr>
          <p:spPr>
            <a:xfrm>
              <a:off x="6519864" y="4471976"/>
              <a:ext cx="219075" cy="21907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6" name="円弧 85">
              <a:extLst>
                <a:ext uri="{FF2B5EF4-FFF2-40B4-BE49-F238E27FC236}">
                  <a16:creationId xmlns:a16="http://schemas.microsoft.com/office/drawing/2014/main" id="{5C5EE376-304E-BB4B-5269-A0DE377478C5}"/>
                </a:ext>
              </a:extLst>
            </p:cNvPr>
            <p:cNvSpPr/>
            <p:nvPr/>
          </p:nvSpPr>
          <p:spPr>
            <a:xfrm>
              <a:off x="5410756" y="3425346"/>
              <a:ext cx="685244" cy="685242"/>
            </a:xfrm>
            <a:prstGeom prst="arc">
              <a:avLst>
                <a:gd name="adj1" fmla="val 18952982"/>
                <a:gd name="adj2" fmla="val 13434503"/>
              </a:avLst>
            </a:prstGeom>
            <a:ln w="38100" cap="rnd">
              <a:gradFill flip="none" rotWithShape="1">
                <a:gsLst>
                  <a:gs pos="0">
                    <a:srgbClr val="040DD0">
                      <a:lumMod val="99000"/>
                    </a:srgbClr>
                  </a:gs>
                  <a:gs pos="100000">
                    <a:srgbClr val="010ADF">
                      <a:alpha val="94000"/>
                      <a:lumMod val="45000"/>
                      <a:lumOff val="55000"/>
                    </a:srgbClr>
                  </a:gs>
                </a:gsLst>
                <a:lin ang="1620000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8" name="テキスト ボックス 87">
              <a:extLst>
                <a:ext uri="{FF2B5EF4-FFF2-40B4-BE49-F238E27FC236}">
                  <a16:creationId xmlns:a16="http://schemas.microsoft.com/office/drawing/2014/main" id="{1856805F-6BDF-0FE9-BD63-2DEC3B3EEDC1}"/>
                </a:ext>
              </a:extLst>
            </p:cNvPr>
            <p:cNvSpPr txBox="1"/>
            <p:nvPr/>
          </p:nvSpPr>
          <p:spPr>
            <a:xfrm>
              <a:off x="5361629" y="4272663"/>
              <a:ext cx="78770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 dirty="0">
                  <a:solidFill>
                    <a:schemeClr val="bg1">
                      <a:lumMod val="50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Dubai Medium" panose="020B0603030403030204" pitchFamily="34" charset="-78"/>
                </a:rPr>
                <a:t>M5</a:t>
              </a:r>
              <a:endParaRPr kumimoji="1" lang="ja-JP" altLang="en-US" sz="2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Dubai Medium" panose="020B0603030403030204" pitchFamily="34" charset="-78"/>
              </a:endParaRPr>
            </a:p>
          </p:txBody>
        </p:sp>
        <p:cxnSp>
          <p:nvCxnSpPr>
            <p:cNvPr id="89" name="直線コネクタ 88">
              <a:extLst>
                <a:ext uri="{FF2B5EF4-FFF2-40B4-BE49-F238E27FC236}">
                  <a16:creationId xmlns:a16="http://schemas.microsoft.com/office/drawing/2014/main" id="{95DD9B4D-DAC9-EE70-BE98-0FCA93C4013B}"/>
                </a:ext>
              </a:extLst>
            </p:cNvPr>
            <p:cNvCxnSpPr/>
            <p:nvPr/>
          </p:nvCxnSpPr>
          <p:spPr>
            <a:xfrm>
              <a:off x="5753377" y="3425346"/>
              <a:ext cx="0" cy="271462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コネクタ 90">
              <a:extLst>
                <a:ext uri="{FF2B5EF4-FFF2-40B4-BE49-F238E27FC236}">
                  <a16:creationId xmlns:a16="http://schemas.microsoft.com/office/drawing/2014/main" id="{F9593387-6A32-DC02-E560-B1F81EBC6752}"/>
                </a:ext>
              </a:extLst>
            </p:cNvPr>
            <p:cNvCxnSpPr>
              <a:cxnSpLocks/>
            </p:cNvCxnSpPr>
            <p:nvPr/>
          </p:nvCxnSpPr>
          <p:spPr>
            <a:xfrm>
              <a:off x="4985028" y="2863916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コネクタ 91">
              <a:extLst>
                <a:ext uri="{FF2B5EF4-FFF2-40B4-BE49-F238E27FC236}">
                  <a16:creationId xmlns:a16="http://schemas.microsoft.com/office/drawing/2014/main" id="{770EA338-6FA6-3E67-753E-5D04E7552B22}"/>
                </a:ext>
              </a:extLst>
            </p:cNvPr>
            <p:cNvCxnSpPr>
              <a:cxnSpLocks/>
            </p:cNvCxnSpPr>
            <p:nvPr/>
          </p:nvCxnSpPr>
          <p:spPr>
            <a:xfrm>
              <a:off x="4985028" y="3425346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コネクタ 92">
              <a:extLst>
                <a:ext uri="{FF2B5EF4-FFF2-40B4-BE49-F238E27FC236}">
                  <a16:creationId xmlns:a16="http://schemas.microsoft.com/office/drawing/2014/main" id="{A3C3E8E2-4294-4ECF-E214-C1054E32D248}"/>
                </a:ext>
              </a:extLst>
            </p:cNvPr>
            <p:cNvCxnSpPr>
              <a:cxnSpLocks/>
            </p:cNvCxnSpPr>
            <p:nvPr/>
          </p:nvCxnSpPr>
          <p:spPr>
            <a:xfrm>
              <a:off x="4985028" y="3997793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線コネクタ 97">
              <a:extLst>
                <a:ext uri="{FF2B5EF4-FFF2-40B4-BE49-F238E27FC236}">
                  <a16:creationId xmlns:a16="http://schemas.microsoft.com/office/drawing/2014/main" id="{CE6BA35F-48F2-AE99-AF99-78DF8DAD51AA}"/>
                </a:ext>
              </a:extLst>
            </p:cNvPr>
            <p:cNvCxnSpPr>
              <a:cxnSpLocks/>
            </p:cNvCxnSpPr>
            <p:nvPr/>
          </p:nvCxnSpPr>
          <p:spPr>
            <a:xfrm>
              <a:off x="6529032" y="2863916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a16:creationId xmlns:a16="http://schemas.microsoft.com/office/drawing/2014/main" id="{9D32CE8B-1444-FA45-C79B-543768E02E95}"/>
                </a:ext>
              </a:extLst>
            </p:cNvPr>
            <p:cNvCxnSpPr>
              <a:cxnSpLocks/>
            </p:cNvCxnSpPr>
            <p:nvPr/>
          </p:nvCxnSpPr>
          <p:spPr>
            <a:xfrm>
              <a:off x="6529032" y="3425346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コネクタ 99">
              <a:extLst>
                <a:ext uri="{FF2B5EF4-FFF2-40B4-BE49-F238E27FC236}">
                  <a16:creationId xmlns:a16="http://schemas.microsoft.com/office/drawing/2014/main" id="{F3D461C6-FA08-1DD4-470E-3A148D6A6C0C}"/>
                </a:ext>
              </a:extLst>
            </p:cNvPr>
            <p:cNvCxnSpPr>
              <a:cxnSpLocks/>
            </p:cNvCxnSpPr>
            <p:nvPr/>
          </p:nvCxnSpPr>
          <p:spPr>
            <a:xfrm>
              <a:off x="6529032" y="3997793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台形 101">
              <a:extLst>
                <a:ext uri="{FF2B5EF4-FFF2-40B4-BE49-F238E27FC236}">
                  <a16:creationId xmlns:a16="http://schemas.microsoft.com/office/drawing/2014/main" id="{7D9184DD-1F77-771B-CFEE-A371DC56EC91}"/>
                </a:ext>
              </a:extLst>
            </p:cNvPr>
            <p:cNvSpPr/>
            <p:nvPr/>
          </p:nvSpPr>
          <p:spPr>
            <a:xfrm rot="5400000">
              <a:off x="4556634" y="2903540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3" name="台形 102">
              <a:extLst>
                <a:ext uri="{FF2B5EF4-FFF2-40B4-BE49-F238E27FC236}">
                  <a16:creationId xmlns:a16="http://schemas.microsoft.com/office/drawing/2014/main" id="{838916E2-9034-1437-0378-542C3C992D99}"/>
                </a:ext>
              </a:extLst>
            </p:cNvPr>
            <p:cNvSpPr/>
            <p:nvPr/>
          </p:nvSpPr>
          <p:spPr>
            <a:xfrm rot="5400000">
              <a:off x="4556634" y="3464971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4" name="台形 103">
              <a:extLst>
                <a:ext uri="{FF2B5EF4-FFF2-40B4-BE49-F238E27FC236}">
                  <a16:creationId xmlns:a16="http://schemas.microsoft.com/office/drawing/2014/main" id="{38223F80-8BAF-75A5-DAE1-3C5999A1063E}"/>
                </a:ext>
              </a:extLst>
            </p:cNvPr>
            <p:cNvSpPr/>
            <p:nvPr/>
          </p:nvSpPr>
          <p:spPr>
            <a:xfrm rot="5400000">
              <a:off x="4556634" y="4037418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8" name="台形 107">
              <a:extLst>
                <a:ext uri="{FF2B5EF4-FFF2-40B4-BE49-F238E27FC236}">
                  <a16:creationId xmlns:a16="http://schemas.microsoft.com/office/drawing/2014/main" id="{2CBCAAD0-8DB7-A659-897F-EA0A70CC8E8C}"/>
                </a:ext>
              </a:extLst>
            </p:cNvPr>
            <p:cNvSpPr/>
            <p:nvPr/>
          </p:nvSpPr>
          <p:spPr>
            <a:xfrm rot="16200000" flipH="1">
              <a:off x="6611559" y="2903541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9" name="台形 108">
              <a:extLst>
                <a:ext uri="{FF2B5EF4-FFF2-40B4-BE49-F238E27FC236}">
                  <a16:creationId xmlns:a16="http://schemas.microsoft.com/office/drawing/2014/main" id="{8DE2C1DC-0C4B-FAAE-E875-3AEFB4797822}"/>
                </a:ext>
              </a:extLst>
            </p:cNvPr>
            <p:cNvSpPr/>
            <p:nvPr/>
          </p:nvSpPr>
          <p:spPr>
            <a:xfrm rot="16200000" flipH="1">
              <a:off x="6611559" y="3464972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10" name="台形 109">
              <a:extLst>
                <a:ext uri="{FF2B5EF4-FFF2-40B4-BE49-F238E27FC236}">
                  <a16:creationId xmlns:a16="http://schemas.microsoft.com/office/drawing/2014/main" id="{84129FAD-38E7-CA7C-6915-747BF8D07936}"/>
                </a:ext>
              </a:extLst>
            </p:cNvPr>
            <p:cNvSpPr/>
            <p:nvPr/>
          </p:nvSpPr>
          <p:spPr>
            <a:xfrm rot="16200000" flipH="1">
              <a:off x="6611559" y="4037419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11" name="台形 110">
              <a:extLst>
                <a:ext uri="{FF2B5EF4-FFF2-40B4-BE49-F238E27FC236}">
                  <a16:creationId xmlns:a16="http://schemas.microsoft.com/office/drawing/2014/main" id="{7BA350F2-9C81-9E1A-A2A4-5C29289F0878}"/>
                </a:ext>
              </a:extLst>
            </p:cNvPr>
            <p:cNvSpPr/>
            <p:nvPr/>
          </p:nvSpPr>
          <p:spPr>
            <a:xfrm rot="10800000" flipH="1">
              <a:off x="5385583" y="1434883"/>
              <a:ext cx="734372" cy="65736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12" name="正方形/長方形 111">
              <a:extLst>
                <a:ext uri="{FF2B5EF4-FFF2-40B4-BE49-F238E27FC236}">
                  <a16:creationId xmlns:a16="http://schemas.microsoft.com/office/drawing/2014/main" id="{5D05FED0-4C0F-CD6D-876D-856644EF2184}"/>
                </a:ext>
              </a:extLst>
            </p:cNvPr>
            <p:cNvSpPr/>
            <p:nvPr/>
          </p:nvSpPr>
          <p:spPr>
            <a:xfrm>
              <a:off x="5509812" y="1500619"/>
              <a:ext cx="477498" cy="4076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3" name="二等辺三角形 112">
              <a:extLst>
                <a:ext uri="{FF2B5EF4-FFF2-40B4-BE49-F238E27FC236}">
                  <a16:creationId xmlns:a16="http://schemas.microsoft.com/office/drawing/2014/main" id="{182A673F-EDB7-9D80-74E2-31245F8ED096}"/>
                </a:ext>
              </a:extLst>
            </p:cNvPr>
            <p:cNvSpPr/>
            <p:nvPr/>
          </p:nvSpPr>
          <p:spPr>
            <a:xfrm>
              <a:off x="5676924" y="1605578"/>
              <a:ext cx="152906" cy="131816"/>
            </a:xfrm>
            <a:prstGeom prst="triangl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3A16259A-CB0C-CB0E-0CEA-721123F611D8}"/>
              </a:ext>
            </a:extLst>
          </p:cNvPr>
          <p:cNvGrpSpPr/>
          <p:nvPr/>
        </p:nvGrpSpPr>
        <p:grpSpPr>
          <a:xfrm>
            <a:off x="7278714" y="2415166"/>
            <a:ext cx="2197305" cy="3361000"/>
            <a:chOff x="4834236" y="2415166"/>
            <a:chExt cx="2197305" cy="3361000"/>
          </a:xfrm>
        </p:grpSpPr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137613EF-4C1C-AFBB-8D8B-A61DCE894B20}"/>
                </a:ext>
              </a:extLst>
            </p:cNvPr>
            <p:cNvSpPr/>
            <p:nvPr/>
          </p:nvSpPr>
          <p:spPr>
            <a:xfrm>
              <a:off x="6985822" y="3917156"/>
              <a:ext cx="45719" cy="150495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9" name="四角形: 角を丸くする 118">
              <a:extLst>
                <a:ext uri="{FF2B5EF4-FFF2-40B4-BE49-F238E27FC236}">
                  <a16:creationId xmlns:a16="http://schemas.microsoft.com/office/drawing/2014/main" id="{436F9375-9A4F-E21E-E2C8-40BD06B6D555}"/>
                </a:ext>
              </a:extLst>
            </p:cNvPr>
            <p:cNvSpPr/>
            <p:nvPr/>
          </p:nvSpPr>
          <p:spPr>
            <a:xfrm>
              <a:off x="4834236" y="2415166"/>
              <a:ext cx="2148078" cy="3361000"/>
            </a:xfrm>
            <a:prstGeom prst="roundRect">
              <a:avLst>
                <a:gd name="adj" fmla="val 3483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0" name="正方形/長方形 119">
              <a:extLst>
                <a:ext uri="{FF2B5EF4-FFF2-40B4-BE49-F238E27FC236}">
                  <a16:creationId xmlns:a16="http://schemas.microsoft.com/office/drawing/2014/main" id="{87C06EDA-2C6E-A061-84EB-2B204D3765DE}"/>
                </a:ext>
              </a:extLst>
            </p:cNvPr>
            <p:cNvSpPr/>
            <p:nvPr/>
          </p:nvSpPr>
          <p:spPr>
            <a:xfrm rot="16200000">
              <a:off x="4486738" y="3034315"/>
              <a:ext cx="2842146" cy="1879142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21" name="直線コネクタ 120">
              <a:extLst>
                <a:ext uri="{FF2B5EF4-FFF2-40B4-BE49-F238E27FC236}">
                  <a16:creationId xmlns:a16="http://schemas.microsoft.com/office/drawing/2014/main" id="{3E7F2121-4949-D1D9-0F9C-76E16FAA54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240" y="2552812"/>
              <a:ext cx="1879142" cy="2842147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テキスト ボックス 121">
              <a:extLst>
                <a:ext uri="{FF2B5EF4-FFF2-40B4-BE49-F238E27FC236}">
                  <a16:creationId xmlns:a16="http://schemas.microsoft.com/office/drawing/2014/main" id="{D7C71F02-598F-FAE2-2D80-C7BB3B571D6D}"/>
                </a:ext>
              </a:extLst>
            </p:cNvPr>
            <p:cNvSpPr txBox="1"/>
            <p:nvPr/>
          </p:nvSpPr>
          <p:spPr>
            <a:xfrm>
              <a:off x="5349755" y="3501657"/>
              <a:ext cx="1116112" cy="83099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</a:t>
              </a:r>
              <a:br>
                <a:rPr kumimoji="1" lang="en-US" altLang="ja-JP" sz="2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2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Paper</a:t>
              </a:r>
              <a:endParaRPr kumimoji="1" lang="ja-JP" altLang="en-US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26" name="グループ化 125">
            <a:extLst>
              <a:ext uri="{FF2B5EF4-FFF2-40B4-BE49-F238E27FC236}">
                <a16:creationId xmlns:a16="http://schemas.microsoft.com/office/drawing/2014/main" id="{83EED215-30CB-1E88-D7D6-04B5FAD9DD91}"/>
              </a:ext>
            </a:extLst>
          </p:cNvPr>
          <p:cNvGrpSpPr/>
          <p:nvPr/>
        </p:nvGrpSpPr>
        <p:grpSpPr>
          <a:xfrm>
            <a:off x="270254" y="3018327"/>
            <a:ext cx="1905000" cy="2366320"/>
            <a:chOff x="5143500" y="3018327"/>
            <a:chExt cx="1905000" cy="2366320"/>
          </a:xfrm>
        </p:grpSpPr>
        <p:sp>
          <p:nvSpPr>
            <p:cNvPr id="14" name="四角形: 上の 2 つの角を丸める 13">
              <a:extLst>
                <a:ext uri="{FF2B5EF4-FFF2-40B4-BE49-F238E27FC236}">
                  <a16:creationId xmlns:a16="http://schemas.microsoft.com/office/drawing/2014/main" id="{183F93A2-6332-2E4B-D87D-531A8E7B7D64}"/>
                </a:ext>
              </a:extLst>
            </p:cNvPr>
            <p:cNvSpPr/>
            <p:nvPr/>
          </p:nvSpPr>
          <p:spPr>
            <a:xfrm>
              <a:off x="5418052" y="3018327"/>
              <a:ext cx="263728" cy="23066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9292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楕円 17">
              <a:extLst>
                <a:ext uri="{FF2B5EF4-FFF2-40B4-BE49-F238E27FC236}">
                  <a16:creationId xmlns:a16="http://schemas.microsoft.com/office/drawing/2014/main" id="{A3B12B94-31CF-2E6A-01F9-109E558E6AF9}"/>
                </a:ext>
              </a:extLst>
            </p:cNvPr>
            <p:cNvSpPr/>
            <p:nvPr/>
          </p:nvSpPr>
          <p:spPr>
            <a:xfrm>
              <a:off x="5475592" y="3084176"/>
              <a:ext cx="148648" cy="1486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四角形: 上の 2 つの角を丸める 18">
              <a:extLst>
                <a:ext uri="{FF2B5EF4-FFF2-40B4-BE49-F238E27FC236}">
                  <a16:creationId xmlns:a16="http://schemas.microsoft.com/office/drawing/2014/main" id="{621959BD-41A0-5F00-E155-7B972CBBDF4F}"/>
                </a:ext>
              </a:extLst>
            </p:cNvPr>
            <p:cNvSpPr/>
            <p:nvPr/>
          </p:nvSpPr>
          <p:spPr>
            <a:xfrm>
              <a:off x="6510220" y="3018327"/>
              <a:ext cx="263728" cy="23066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9292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楕円 24">
              <a:extLst>
                <a:ext uri="{FF2B5EF4-FFF2-40B4-BE49-F238E27FC236}">
                  <a16:creationId xmlns:a16="http://schemas.microsoft.com/office/drawing/2014/main" id="{E4E66041-249F-C113-4679-146142B00390}"/>
                </a:ext>
              </a:extLst>
            </p:cNvPr>
            <p:cNvSpPr/>
            <p:nvPr/>
          </p:nvSpPr>
          <p:spPr>
            <a:xfrm>
              <a:off x="6567760" y="3084176"/>
              <a:ext cx="148648" cy="1486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四角形: 上の 2 つの角を丸める 25">
              <a:extLst>
                <a:ext uri="{FF2B5EF4-FFF2-40B4-BE49-F238E27FC236}">
                  <a16:creationId xmlns:a16="http://schemas.microsoft.com/office/drawing/2014/main" id="{3D25D157-DCD2-5FD1-03CD-ADEC2FF7C30C}"/>
                </a:ext>
              </a:extLst>
            </p:cNvPr>
            <p:cNvSpPr/>
            <p:nvPr/>
          </p:nvSpPr>
          <p:spPr>
            <a:xfrm rot="10800000">
              <a:off x="6510221" y="5153987"/>
              <a:ext cx="263728" cy="23066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9292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楕円 26">
              <a:extLst>
                <a:ext uri="{FF2B5EF4-FFF2-40B4-BE49-F238E27FC236}">
                  <a16:creationId xmlns:a16="http://schemas.microsoft.com/office/drawing/2014/main" id="{9EB31817-5536-B895-B117-E73806CF43FC}"/>
                </a:ext>
              </a:extLst>
            </p:cNvPr>
            <p:cNvSpPr/>
            <p:nvPr/>
          </p:nvSpPr>
          <p:spPr>
            <a:xfrm rot="10800000">
              <a:off x="6567761" y="5170150"/>
              <a:ext cx="148648" cy="1486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四角形: 上の 2 つの角を丸める 27">
              <a:extLst>
                <a:ext uri="{FF2B5EF4-FFF2-40B4-BE49-F238E27FC236}">
                  <a16:creationId xmlns:a16="http://schemas.microsoft.com/office/drawing/2014/main" id="{E2F7C81B-55FC-A3A3-FF71-EA4862761964}"/>
                </a:ext>
              </a:extLst>
            </p:cNvPr>
            <p:cNvSpPr/>
            <p:nvPr/>
          </p:nvSpPr>
          <p:spPr>
            <a:xfrm rot="10800000">
              <a:off x="5418052" y="5150659"/>
              <a:ext cx="263728" cy="23066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9292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楕円 38">
              <a:extLst>
                <a:ext uri="{FF2B5EF4-FFF2-40B4-BE49-F238E27FC236}">
                  <a16:creationId xmlns:a16="http://schemas.microsoft.com/office/drawing/2014/main" id="{CE2668CE-D885-C581-128F-1D07833507C4}"/>
                </a:ext>
              </a:extLst>
            </p:cNvPr>
            <p:cNvSpPr/>
            <p:nvPr/>
          </p:nvSpPr>
          <p:spPr>
            <a:xfrm rot="10800000">
              <a:off x="5475592" y="5166822"/>
              <a:ext cx="148648" cy="1486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四角形: 角を丸くする 40">
              <a:extLst>
                <a:ext uri="{FF2B5EF4-FFF2-40B4-BE49-F238E27FC236}">
                  <a16:creationId xmlns:a16="http://schemas.microsoft.com/office/drawing/2014/main" id="{9F26A342-D941-9129-44FC-A3D1385E5418}"/>
                </a:ext>
              </a:extLst>
            </p:cNvPr>
            <p:cNvSpPr/>
            <p:nvPr/>
          </p:nvSpPr>
          <p:spPr>
            <a:xfrm>
              <a:off x="5143500" y="3248987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rgbClr val="6C898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9E0F985A-DBD9-B6EE-1605-8E079ABD6F6A}"/>
                </a:ext>
              </a:extLst>
            </p:cNvPr>
            <p:cNvSpPr/>
            <p:nvPr/>
          </p:nvSpPr>
          <p:spPr>
            <a:xfrm>
              <a:off x="5336734" y="3639668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6DBF2204-1D7D-4CCF-3F96-9A5FD6409750}"/>
                </a:ext>
              </a:extLst>
            </p:cNvPr>
            <p:cNvSpPr txBox="1"/>
            <p:nvPr/>
          </p:nvSpPr>
          <p:spPr>
            <a:xfrm>
              <a:off x="5178744" y="3829476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CoreS3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楕円 48">
              <a:extLst>
                <a:ext uri="{FF2B5EF4-FFF2-40B4-BE49-F238E27FC236}">
                  <a16:creationId xmlns:a16="http://schemas.microsoft.com/office/drawing/2014/main" id="{E04A9118-680D-DA04-6213-68C9E0A26993}"/>
                </a:ext>
              </a:extLst>
            </p:cNvPr>
            <p:cNvSpPr/>
            <p:nvPr/>
          </p:nvSpPr>
          <p:spPr>
            <a:xfrm>
              <a:off x="6008484" y="4845541"/>
              <a:ext cx="169372" cy="169372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3" name="楕円 122">
              <a:extLst>
                <a:ext uri="{FF2B5EF4-FFF2-40B4-BE49-F238E27FC236}">
                  <a16:creationId xmlns:a16="http://schemas.microsoft.com/office/drawing/2014/main" id="{BAC73F97-BA1D-32C3-5635-5A4FAD0D5B24}"/>
                </a:ext>
              </a:extLst>
            </p:cNvPr>
            <p:cNvSpPr/>
            <p:nvPr/>
          </p:nvSpPr>
          <p:spPr>
            <a:xfrm>
              <a:off x="6049413" y="4886470"/>
              <a:ext cx="87515" cy="87515"/>
            </a:xfrm>
            <a:prstGeom prst="ellipse">
              <a:avLst/>
            </a:prstGeom>
            <a:solidFill>
              <a:srgbClr val="3B44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4" name="楕円 123">
              <a:extLst>
                <a:ext uri="{FF2B5EF4-FFF2-40B4-BE49-F238E27FC236}">
                  <a16:creationId xmlns:a16="http://schemas.microsoft.com/office/drawing/2014/main" id="{E013DEAA-D88F-43A5-0C94-29B210660103}"/>
                </a:ext>
              </a:extLst>
            </p:cNvPr>
            <p:cNvSpPr/>
            <p:nvPr/>
          </p:nvSpPr>
          <p:spPr>
            <a:xfrm>
              <a:off x="6332638" y="4905074"/>
              <a:ext cx="45719" cy="457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5" name="楕円 124">
              <a:extLst>
                <a:ext uri="{FF2B5EF4-FFF2-40B4-BE49-F238E27FC236}">
                  <a16:creationId xmlns:a16="http://schemas.microsoft.com/office/drawing/2014/main" id="{C8E78F2A-9766-D7FE-8261-8D65893A7012}"/>
                </a:ext>
              </a:extLst>
            </p:cNvPr>
            <p:cNvSpPr/>
            <p:nvPr/>
          </p:nvSpPr>
          <p:spPr>
            <a:xfrm>
              <a:off x="6435567" y="4905074"/>
              <a:ext cx="45719" cy="457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57" name="グループ化 156">
            <a:extLst>
              <a:ext uri="{FF2B5EF4-FFF2-40B4-BE49-F238E27FC236}">
                <a16:creationId xmlns:a16="http://schemas.microsoft.com/office/drawing/2014/main" id="{74454FE1-9E48-6781-77F6-3FF92C489448}"/>
              </a:ext>
            </a:extLst>
          </p:cNvPr>
          <p:cNvGrpSpPr/>
          <p:nvPr/>
        </p:nvGrpSpPr>
        <p:grpSpPr>
          <a:xfrm>
            <a:off x="9915846" y="2394529"/>
            <a:ext cx="1311674" cy="1357394"/>
            <a:chOff x="9915846" y="2394529"/>
            <a:chExt cx="1311674" cy="1357394"/>
          </a:xfrm>
        </p:grpSpPr>
        <p:sp>
          <p:nvSpPr>
            <p:cNvPr id="150" name="正方形/長方形 149">
              <a:extLst>
                <a:ext uri="{FF2B5EF4-FFF2-40B4-BE49-F238E27FC236}">
                  <a16:creationId xmlns:a16="http://schemas.microsoft.com/office/drawing/2014/main" id="{2F5D49E5-6101-52CC-8EFC-7B68A2CC865C}"/>
                </a:ext>
              </a:extLst>
            </p:cNvPr>
            <p:cNvSpPr/>
            <p:nvPr/>
          </p:nvSpPr>
          <p:spPr>
            <a:xfrm>
              <a:off x="10915393" y="3706204"/>
              <a:ext cx="124161" cy="45719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1" name="正方形/長方形 150">
              <a:extLst>
                <a:ext uri="{FF2B5EF4-FFF2-40B4-BE49-F238E27FC236}">
                  <a16:creationId xmlns:a16="http://schemas.microsoft.com/office/drawing/2014/main" id="{EE5C09A2-4D8A-B9C7-48A2-80EDCCD479F3}"/>
                </a:ext>
              </a:extLst>
            </p:cNvPr>
            <p:cNvSpPr/>
            <p:nvPr/>
          </p:nvSpPr>
          <p:spPr>
            <a:xfrm>
              <a:off x="10099654" y="3706204"/>
              <a:ext cx="124161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5" name="平行四辺形 144">
              <a:extLst>
                <a:ext uri="{FF2B5EF4-FFF2-40B4-BE49-F238E27FC236}">
                  <a16:creationId xmlns:a16="http://schemas.microsoft.com/office/drawing/2014/main" id="{DD85889D-7ECB-1F15-7D0D-9CEB5192BACB}"/>
                </a:ext>
              </a:extLst>
            </p:cNvPr>
            <p:cNvSpPr/>
            <p:nvPr/>
          </p:nvSpPr>
          <p:spPr>
            <a:xfrm flipH="1">
              <a:off x="10161733" y="370588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6" name="平行四辺形 145">
              <a:extLst>
                <a:ext uri="{FF2B5EF4-FFF2-40B4-BE49-F238E27FC236}">
                  <a16:creationId xmlns:a16="http://schemas.microsoft.com/office/drawing/2014/main" id="{65B86946-4844-1A8B-CBDF-A955F45EAB39}"/>
                </a:ext>
              </a:extLst>
            </p:cNvPr>
            <p:cNvSpPr/>
            <p:nvPr/>
          </p:nvSpPr>
          <p:spPr>
            <a:xfrm flipH="1">
              <a:off x="10826888" y="370620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2" name="平行四辺形 151">
              <a:extLst>
                <a:ext uri="{FF2B5EF4-FFF2-40B4-BE49-F238E27FC236}">
                  <a16:creationId xmlns:a16="http://schemas.microsoft.com/office/drawing/2014/main" id="{2CA51711-2B48-0F6F-0C3E-95AA96FA276C}"/>
                </a:ext>
              </a:extLst>
            </p:cNvPr>
            <p:cNvSpPr/>
            <p:nvPr/>
          </p:nvSpPr>
          <p:spPr>
            <a:xfrm flipH="1">
              <a:off x="10440862" y="370588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3" name="平行四辺形 152">
              <a:extLst>
                <a:ext uri="{FF2B5EF4-FFF2-40B4-BE49-F238E27FC236}">
                  <a16:creationId xmlns:a16="http://schemas.microsoft.com/office/drawing/2014/main" id="{F6EFD564-E2CA-D351-F17A-C88230B34352}"/>
                </a:ext>
              </a:extLst>
            </p:cNvPr>
            <p:cNvSpPr/>
            <p:nvPr/>
          </p:nvSpPr>
          <p:spPr>
            <a:xfrm flipH="1">
              <a:off x="10300094" y="370620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4" name="平行四辺形 153">
              <a:extLst>
                <a:ext uri="{FF2B5EF4-FFF2-40B4-BE49-F238E27FC236}">
                  <a16:creationId xmlns:a16="http://schemas.microsoft.com/office/drawing/2014/main" id="{0760A6C3-F245-F935-CB06-B345F17BF552}"/>
                </a:ext>
              </a:extLst>
            </p:cNvPr>
            <p:cNvSpPr/>
            <p:nvPr/>
          </p:nvSpPr>
          <p:spPr>
            <a:xfrm flipH="1">
              <a:off x="10716272" y="370572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5" name="平行四辺形 154">
              <a:extLst>
                <a:ext uri="{FF2B5EF4-FFF2-40B4-BE49-F238E27FC236}">
                  <a16:creationId xmlns:a16="http://schemas.microsoft.com/office/drawing/2014/main" id="{AE90FB9C-DA02-4863-4B19-EC8517904CBB}"/>
                </a:ext>
              </a:extLst>
            </p:cNvPr>
            <p:cNvSpPr/>
            <p:nvPr/>
          </p:nvSpPr>
          <p:spPr>
            <a:xfrm flipH="1">
              <a:off x="10575504" y="370604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5" name="四角形: 角を丸くする 134">
              <a:extLst>
                <a:ext uri="{FF2B5EF4-FFF2-40B4-BE49-F238E27FC236}">
                  <a16:creationId xmlns:a16="http://schemas.microsoft.com/office/drawing/2014/main" id="{0ED7C951-9A98-88EA-96FC-29FDD1E337D8}"/>
                </a:ext>
              </a:extLst>
            </p:cNvPr>
            <p:cNvSpPr/>
            <p:nvPr/>
          </p:nvSpPr>
          <p:spPr>
            <a:xfrm>
              <a:off x="9915846" y="2394529"/>
              <a:ext cx="1311674" cy="1311674"/>
            </a:xfrm>
            <a:prstGeom prst="roundRect">
              <a:avLst>
                <a:gd name="adj" fmla="val 9514"/>
              </a:avLst>
            </a:prstGeom>
            <a:solidFill>
              <a:schemeClr val="bg1"/>
            </a:solidFill>
            <a:ln w="285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6" name="正方形/長方形 135">
              <a:extLst>
                <a:ext uri="{FF2B5EF4-FFF2-40B4-BE49-F238E27FC236}">
                  <a16:creationId xmlns:a16="http://schemas.microsoft.com/office/drawing/2014/main" id="{5B46497F-597F-014F-CEA5-1E643AFB7867}"/>
                </a:ext>
              </a:extLst>
            </p:cNvPr>
            <p:cNvSpPr/>
            <p:nvPr/>
          </p:nvSpPr>
          <p:spPr>
            <a:xfrm>
              <a:off x="10103812" y="2617956"/>
              <a:ext cx="935742" cy="866456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7" name="テキスト ボックス 136">
              <a:extLst>
                <a:ext uri="{FF2B5EF4-FFF2-40B4-BE49-F238E27FC236}">
                  <a16:creationId xmlns:a16="http://schemas.microsoft.com/office/drawing/2014/main" id="{0566F38D-0470-EB2D-2F2F-D599AE98EC1D}"/>
                </a:ext>
              </a:extLst>
            </p:cNvPr>
            <p:cNvSpPr txBox="1"/>
            <p:nvPr/>
          </p:nvSpPr>
          <p:spPr>
            <a:xfrm>
              <a:off x="9915846" y="2764255"/>
              <a:ext cx="1311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Atom S3</a:t>
              </a:r>
              <a:endParaRPr kumimoji="1" lang="ja-JP" alt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1" name="四角形: 角を丸くする 140">
              <a:extLst>
                <a:ext uri="{FF2B5EF4-FFF2-40B4-BE49-F238E27FC236}">
                  <a16:creationId xmlns:a16="http://schemas.microsoft.com/office/drawing/2014/main" id="{084A3479-6A83-4ECB-E7FB-1FA50565512A}"/>
                </a:ext>
              </a:extLst>
            </p:cNvPr>
            <p:cNvSpPr/>
            <p:nvPr/>
          </p:nvSpPr>
          <p:spPr>
            <a:xfrm>
              <a:off x="10103812" y="2593135"/>
              <a:ext cx="935742" cy="895978"/>
            </a:xfrm>
            <a:prstGeom prst="roundRect">
              <a:avLst>
                <a:gd name="adj" fmla="val 3902"/>
              </a:avLst>
            </a:prstGeom>
            <a:noFill/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27" name="四角形: 角を丸くする 126">
            <a:extLst>
              <a:ext uri="{FF2B5EF4-FFF2-40B4-BE49-F238E27FC236}">
                <a16:creationId xmlns:a16="http://schemas.microsoft.com/office/drawing/2014/main" id="{2BF2657B-D2E0-FA90-5328-430C87F67B6E}"/>
              </a:ext>
            </a:extLst>
          </p:cNvPr>
          <p:cNvSpPr/>
          <p:nvPr/>
        </p:nvSpPr>
        <p:spPr>
          <a:xfrm>
            <a:off x="2578500" y="4405629"/>
            <a:ext cx="1851651" cy="1851651"/>
          </a:xfrm>
          <a:prstGeom prst="roundRect">
            <a:avLst>
              <a:gd name="adj" fmla="val 10707"/>
            </a:avLst>
          </a:prstGeom>
          <a:solidFill>
            <a:schemeClr val="bg1">
              <a:lumMod val="8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9" name="図 128">
            <a:extLst>
              <a:ext uri="{FF2B5EF4-FFF2-40B4-BE49-F238E27FC236}">
                <a16:creationId xmlns:a16="http://schemas.microsoft.com/office/drawing/2014/main" id="{ED86301F-C27C-EDB2-8DBF-3813833EAF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13926" y="4734140"/>
            <a:ext cx="1162660" cy="1162660"/>
          </a:xfrm>
          <a:prstGeom prst="rect">
            <a:avLst/>
          </a:prstGeom>
        </p:spPr>
      </p:pic>
      <p:grpSp>
        <p:nvGrpSpPr>
          <p:cNvPr id="128" name="グループ化 127">
            <a:extLst>
              <a:ext uri="{FF2B5EF4-FFF2-40B4-BE49-F238E27FC236}">
                <a16:creationId xmlns:a16="http://schemas.microsoft.com/office/drawing/2014/main" id="{4B544ADE-A322-AFBD-6690-E476D1C9AAFD}"/>
              </a:ext>
            </a:extLst>
          </p:cNvPr>
          <p:cNvGrpSpPr/>
          <p:nvPr/>
        </p:nvGrpSpPr>
        <p:grpSpPr>
          <a:xfrm>
            <a:off x="10073485" y="4098641"/>
            <a:ext cx="952500" cy="1905000"/>
            <a:chOff x="10092314" y="4760827"/>
            <a:chExt cx="952500" cy="1905000"/>
          </a:xfrm>
        </p:grpSpPr>
        <p:sp>
          <p:nvSpPr>
            <p:cNvPr id="130" name="四角形: 角を丸くする 129">
              <a:extLst>
                <a:ext uri="{FF2B5EF4-FFF2-40B4-BE49-F238E27FC236}">
                  <a16:creationId xmlns:a16="http://schemas.microsoft.com/office/drawing/2014/main" id="{513D09FC-4289-C0E8-2118-F0F0C1D521C3}"/>
                </a:ext>
              </a:extLst>
            </p:cNvPr>
            <p:cNvSpPr/>
            <p:nvPr/>
          </p:nvSpPr>
          <p:spPr>
            <a:xfrm>
              <a:off x="10092314" y="4760827"/>
              <a:ext cx="952500" cy="1905000"/>
            </a:xfrm>
            <a:prstGeom prst="roundRect">
              <a:avLst>
                <a:gd name="adj" fmla="val 10000"/>
              </a:avLst>
            </a:prstGeom>
            <a:solidFill>
              <a:srgbClr val="FFD03B"/>
            </a:solidFill>
            <a:ln w="28575">
              <a:solidFill>
                <a:srgbClr val="FFC61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1" name="正方形/長方形 130">
              <a:extLst>
                <a:ext uri="{FF2B5EF4-FFF2-40B4-BE49-F238E27FC236}">
                  <a16:creationId xmlns:a16="http://schemas.microsoft.com/office/drawing/2014/main" id="{E60FCD8C-F2CF-3D3D-5A53-3D5FAB6DB6D0}"/>
                </a:ext>
              </a:extLst>
            </p:cNvPr>
            <p:cNvSpPr/>
            <p:nvPr/>
          </p:nvSpPr>
          <p:spPr>
            <a:xfrm>
              <a:off x="10254809" y="4896626"/>
              <a:ext cx="627509" cy="986649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2" name="四角形: 角を丸くする 131">
              <a:extLst>
                <a:ext uri="{FF2B5EF4-FFF2-40B4-BE49-F238E27FC236}">
                  <a16:creationId xmlns:a16="http://schemas.microsoft.com/office/drawing/2014/main" id="{79337634-6548-A5DE-57F2-ECD903F5A9C3}"/>
                </a:ext>
              </a:extLst>
            </p:cNvPr>
            <p:cNvSpPr/>
            <p:nvPr/>
          </p:nvSpPr>
          <p:spPr>
            <a:xfrm>
              <a:off x="10284210" y="6099174"/>
              <a:ext cx="568705" cy="415925"/>
            </a:xfrm>
            <a:prstGeom prst="roundRect">
              <a:avLst/>
            </a:prstGeom>
            <a:solidFill>
              <a:srgbClr val="FFD03B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3" name="正方形/長方形 132">
              <a:extLst>
                <a:ext uri="{FF2B5EF4-FFF2-40B4-BE49-F238E27FC236}">
                  <a16:creationId xmlns:a16="http://schemas.microsoft.com/office/drawing/2014/main" id="{4A872365-B583-BAFF-8C18-6530E5E0E82D}"/>
                </a:ext>
              </a:extLst>
            </p:cNvPr>
            <p:cNvSpPr/>
            <p:nvPr/>
          </p:nvSpPr>
          <p:spPr>
            <a:xfrm>
              <a:off x="10256841" y="6441283"/>
              <a:ext cx="625477" cy="92075"/>
            </a:xfrm>
            <a:prstGeom prst="rect">
              <a:avLst/>
            </a:prstGeom>
            <a:solidFill>
              <a:srgbClr val="FFD03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4" name="テキスト ボックス 133">
              <a:extLst>
                <a:ext uri="{FF2B5EF4-FFF2-40B4-BE49-F238E27FC236}">
                  <a16:creationId xmlns:a16="http://schemas.microsoft.com/office/drawing/2014/main" id="{E91640A1-3A09-8057-CC5F-D5FE80237AD7}"/>
                </a:ext>
              </a:extLst>
            </p:cNvPr>
            <p:cNvSpPr txBox="1"/>
            <p:nvPr/>
          </p:nvSpPr>
          <p:spPr>
            <a:xfrm>
              <a:off x="10174708" y="6073059"/>
              <a:ext cx="78770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 dirty="0">
                  <a:solidFill>
                    <a:srgbClr val="CC9B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Dubai Medium" panose="020B0603030403030204" pitchFamily="34" charset="-78"/>
                </a:rPr>
                <a:t>M5</a:t>
              </a:r>
              <a:endParaRPr kumimoji="1" lang="ja-JP" altLang="en-US" sz="2800" dirty="0">
                <a:solidFill>
                  <a:srgbClr val="CC9B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Dubai Medium" panose="020B0603030403030204" pitchFamily="34" charset="-78"/>
              </a:endParaRPr>
            </a:p>
          </p:txBody>
        </p:sp>
        <p:sp>
          <p:nvSpPr>
            <p:cNvPr id="138" name="テキスト ボックス 137">
              <a:extLst>
                <a:ext uri="{FF2B5EF4-FFF2-40B4-BE49-F238E27FC236}">
                  <a16:creationId xmlns:a16="http://schemas.microsoft.com/office/drawing/2014/main" id="{E1A97795-A147-338C-63E7-B94874ED1B45}"/>
                </a:ext>
              </a:extLst>
            </p:cNvPr>
            <p:cNvSpPr txBox="1"/>
            <p:nvPr/>
          </p:nvSpPr>
          <p:spPr>
            <a:xfrm>
              <a:off x="10092314" y="5164848"/>
              <a:ext cx="9525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M5Stick</a:t>
              </a:r>
              <a:b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 Plus2</a:t>
              </a:r>
              <a:endParaRPr kumimoji="1" lang="ja-JP" alt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46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C0B05-B737-6B08-423D-FE03AA1F6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" name="グループ化 156">
            <a:extLst>
              <a:ext uri="{FF2B5EF4-FFF2-40B4-BE49-F238E27FC236}">
                <a16:creationId xmlns:a16="http://schemas.microsoft.com/office/drawing/2014/main" id="{47267922-49F3-CF4C-AEE0-2624BC90948B}"/>
              </a:ext>
            </a:extLst>
          </p:cNvPr>
          <p:cNvGrpSpPr/>
          <p:nvPr/>
        </p:nvGrpSpPr>
        <p:grpSpPr>
          <a:xfrm>
            <a:off x="353835" y="339306"/>
            <a:ext cx="1311674" cy="1357394"/>
            <a:chOff x="9915846" y="2394529"/>
            <a:chExt cx="1311674" cy="1357394"/>
          </a:xfrm>
        </p:grpSpPr>
        <p:sp>
          <p:nvSpPr>
            <p:cNvPr id="150" name="正方形/長方形 149">
              <a:extLst>
                <a:ext uri="{FF2B5EF4-FFF2-40B4-BE49-F238E27FC236}">
                  <a16:creationId xmlns:a16="http://schemas.microsoft.com/office/drawing/2014/main" id="{C44399DA-DF8E-A6FC-97F3-1A6F70B593E8}"/>
                </a:ext>
              </a:extLst>
            </p:cNvPr>
            <p:cNvSpPr/>
            <p:nvPr/>
          </p:nvSpPr>
          <p:spPr>
            <a:xfrm>
              <a:off x="10915393" y="3706204"/>
              <a:ext cx="124161" cy="45719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1" name="正方形/長方形 150">
              <a:extLst>
                <a:ext uri="{FF2B5EF4-FFF2-40B4-BE49-F238E27FC236}">
                  <a16:creationId xmlns:a16="http://schemas.microsoft.com/office/drawing/2014/main" id="{2D17BBED-9EB8-E2FB-FBAD-2DD64757676C}"/>
                </a:ext>
              </a:extLst>
            </p:cNvPr>
            <p:cNvSpPr/>
            <p:nvPr/>
          </p:nvSpPr>
          <p:spPr>
            <a:xfrm>
              <a:off x="10099654" y="3706204"/>
              <a:ext cx="124161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5" name="平行四辺形 144">
              <a:extLst>
                <a:ext uri="{FF2B5EF4-FFF2-40B4-BE49-F238E27FC236}">
                  <a16:creationId xmlns:a16="http://schemas.microsoft.com/office/drawing/2014/main" id="{A7B52AF5-BB54-8B10-7B3A-2C457C2ED7C9}"/>
                </a:ext>
              </a:extLst>
            </p:cNvPr>
            <p:cNvSpPr/>
            <p:nvPr/>
          </p:nvSpPr>
          <p:spPr>
            <a:xfrm flipH="1">
              <a:off x="10161733" y="370588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6" name="平行四辺形 145">
              <a:extLst>
                <a:ext uri="{FF2B5EF4-FFF2-40B4-BE49-F238E27FC236}">
                  <a16:creationId xmlns:a16="http://schemas.microsoft.com/office/drawing/2014/main" id="{8DAFF575-01E3-A9A9-2351-21A8BE918903}"/>
                </a:ext>
              </a:extLst>
            </p:cNvPr>
            <p:cNvSpPr/>
            <p:nvPr/>
          </p:nvSpPr>
          <p:spPr>
            <a:xfrm flipH="1">
              <a:off x="10826888" y="370620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2" name="平行四辺形 151">
              <a:extLst>
                <a:ext uri="{FF2B5EF4-FFF2-40B4-BE49-F238E27FC236}">
                  <a16:creationId xmlns:a16="http://schemas.microsoft.com/office/drawing/2014/main" id="{E4F9A42D-10FE-A2AC-E2F2-0F1B324AAC1E}"/>
                </a:ext>
              </a:extLst>
            </p:cNvPr>
            <p:cNvSpPr/>
            <p:nvPr/>
          </p:nvSpPr>
          <p:spPr>
            <a:xfrm flipH="1">
              <a:off x="10440862" y="370588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3" name="平行四辺形 152">
              <a:extLst>
                <a:ext uri="{FF2B5EF4-FFF2-40B4-BE49-F238E27FC236}">
                  <a16:creationId xmlns:a16="http://schemas.microsoft.com/office/drawing/2014/main" id="{F482A0B0-B2B6-B516-A415-5961493BD204}"/>
                </a:ext>
              </a:extLst>
            </p:cNvPr>
            <p:cNvSpPr/>
            <p:nvPr/>
          </p:nvSpPr>
          <p:spPr>
            <a:xfrm flipH="1">
              <a:off x="10300094" y="370620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4" name="平行四辺形 153">
              <a:extLst>
                <a:ext uri="{FF2B5EF4-FFF2-40B4-BE49-F238E27FC236}">
                  <a16:creationId xmlns:a16="http://schemas.microsoft.com/office/drawing/2014/main" id="{94A282A2-EA58-C99A-996E-FD910499747E}"/>
                </a:ext>
              </a:extLst>
            </p:cNvPr>
            <p:cNvSpPr/>
            <p:nvPr/>
          </p:nvSpPr>
          <p:spPr>
            <a:xfrm flipH="1">
              <a:off x="10716272" y="370572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5" name="平行四辺形 154">
              <a:extLst>
                <a:ext uri="{FF2B5EF4-FFF2-40B4-BE49-F238E27FC236}">
                  <a16:creationId xmlns:a16="http://schemas.microsoft.com/office/drawing/2014/main" id="{30DD633A-3209-0B40-1D0F-B255680CCEB5}"/>
                </a:ext>
              </a:extLst>
            </p:cNvPr>
            <p:cNvSpPr/>
            <p:nvPr/>
          </p:nvSpPr>
          <p:spPr>
            <a:xfrm flipH="1">
              <a:off x="10575504" y="370604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5" name="四角形: 角を丸くする 134">
              <a:extLst>
                <a:ext uri="{FF2B5EF4-FFF2-40B4-BE49-F238E27FC236}">
                  <a16:creationId xmlns:a16="http://schemas.microsoft.com/office/drawing/2014/main" id="{448703CC-183D-A746-B6E7-0FB463803F24}"/>
                </a:ext>
              </a:extLst>
            </p:cNvPr>
            <p:cNvSpPr/>
            <p:nvPr/>
          </p:nvSpPr>
          <p:spPr>
            <a:xfrm>
              <a:off x="9915846" y="2394529"/>
              <a:ext cx="1311674" cy="1311674"/>
            </a:xfrm>
            <a:prstGeom prst="roundRect">
              <a:avLst>
                <a:gd name="adj" fmla="val 9514"/>
              </a:avLst>
            </a:prstGeom>
            <a:solidFill>
              <a:schemeClr val="bg1">
                <a:lumMod val="65000"/>
              </a:schemeClr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6" name="正方形/長方形 135">
              <a:extLst>
                <a:ext uri="{FF2B5EF4-FFF2-40B4-BE49-F238E27FC236}">
                  <a16:creationId xmlns:a16="http://schemas.microsoft.com/office/drawing/2014/main" id="{5277ADC1-B112-AF62-2C6D-77C68A871271}"/>
                </a:ext>
              </a:extLst>
            </p:cNvPr>
            <p:cNvSpPr/>
            <p:nvPr/>
          </p:nvSpPr>
          <p:spPr>
            <a:xfrm>
              <a:off x="10103812" y="2617956"/>
              <a:ext cx="935742" cy="866456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7" name="テキスト ボックス 136">
              <a:extLst>
                <a:ext uri="{FF2B5EF4-FFF2-40B4-BE49-F238E27FC236}">
                  <a16:creationId xmlns:a16="http://schemas.microsoft.com/office/drawing/2014/main" id="{2A6A1A34-865C-C3D3-58C9-EB142649C7EB}"/>
                </a:ext>
              </a:extLst>
            </p:cNvPr>
            <p:cNvSpPr txBox="1"/>
            <p:nvPr/>
          </p:nvSpPr>
          <p:spPr>
            <a:xfrm>
              <a:off x="9915846" y="2764255"/>
              <a:ext cx="1311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Atom S3</a:t>
              </a:r>
              <a:r>
                <a:rPr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endParaRPr kumimoji="1" lang="ja-JP" alt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1" name="四角形: 角を丸くする 140">
              <a:extLst>
                <a:ext uri="{FF2B5EF4-FFF2-40B4-BE49-F238E27FC236}">
                  <a16:creationId xmlns:a16="http://schemas.microsoft.com/office/drawing/2014/main" id="{1DF44945-3E68-E418-1C8B-461A55188801}"/>
                </a:ext>
              </a:extLst>
            </p:cNvPr>
            <p:cNvSpPr/>
            <p:nvPr/>
          </p:nvSpPr>
          <p:spPr>
            <a:xfrm>
              <a:off x="10103812" y="2593135"/>
              <a:ext cx="935742" cy="895978"/>
            </a:xfrm>
            <a:prstGeom prst="roundRect">
              <a:avLst>
                <a:gd name="adj" fmla="val 3902"/>
              </a:avLst>
            </a:prstGeom>
            <a:noFill/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9C72F84F-5A88-C8ED-C4A0-E950EBD7EDCB}"/>
              </a:ext>
            </a:extLst>
          </p:cNvPr>
          <p:cNvGrpSpPr/>
          <p:nvPr/>
        </p:nvGrpSpPr>
        <p:grpSpPr>
          <a:xfrm>
            <a:off x="1857573" y="326891"/>
            <a:ext cx="1648382" cy="3224387"/>
            <a:chOff x="1857573" y="326891"/>
            <a:chExt cx="1648382" cy="3224387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666241E1-0BA0-B8B9-1E03-00B6C05FBBDA}"/>
                </a:ext>
              </a:extLst>
            </p:cNvPr>
            <p:cNvSpPr/>
            <p:nvPr/>
          </p:nvSpPr>
          <p:spPr>
            <a:xfrm>
              <a:off x="2199120" y="3469352"/>
              <a:ext cx="76200" cy="8192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72192694-3B74-AB50-5EC2-E11E54CA83DD}"/>
                </a:ext>
              </a:extLst>
            </p:cNvPr>
            <p:cNvSpPr/>
            <p:nvPr/>
          </p:nvSpPr>
          <p:spPr>
            <a:xfrm>
              <a:off x="1857573" y="2546274"/>
              <a:ext cx="76200" cy="46037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BC83D773-D8F2-6C78-EC81-C51BA05F9EC3}"/>
                </a:ext>
              </a:extLst>
            </p:cNvPr>
            <p:cNvSpPr/>
            <p:nvPr/>
          </p:nvSpPr>
          <p:spPr>
            <a:xfrm>
              <a:off x="3429755" y="2546274"/>
              <a:ext cx="76200" cy="46037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E5445AE5-1501-FE7E-98A5-49C728080EBC}"/>
                </a:ext>
              </a:extLst>
            </p:cNvPr>
            <p:cNvSpPr/>
            <p:nvPr/>
          </p:nvSpPr>
          <p:spPr>
            <a:xfrm>
              <a:off x="1900950" y="326891"/>
              <a:ext cx="1554326" cy="3183072"/>
            </a:xfrm>
            <a:prstGeom prst="roundRect">
              <a:avLst>
                <a:gd name="adj" fmla="val 9514"/>
              </a:avLst>
            </a:prstGeom>
            <a:noFill/>
            <a:ln w="381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四角形: 角を丸くする 2">
              <a:extLst>
                <a:ext uri="{FF2B5EF4-FFF2-40B4-BE49-F238E27FC236}">
                  <a16:creationId xmlns:a16="http://schemas.microsoft.com/office/drawing/2014/main" id="{1745EB8A-AAB7-1AB2-8FC7-471F402E24A8}"/>
                </a:ext>
              </a:extLst>
            </p:cNvPr>
            <p:cNvSpPr/>
            <p:nvPr/>
          </p:nvSpPr>
          <p:spPr>
            <a:xfrm>
              <a:off x="1909836" y="339306"/>
              <a:ext cx="1536554" cy="3158242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58384225-0BBE-6721-4230-2671CE42571C}"/>
                </a:ext>
              </a:extLst>
            </p:cNvPr>
            <p:cNvSpPr/>
            <p:nvPr/>
          </p:nvSpPr>
          <p:spPr>
            <a:xfrm>
              <a:off x="2097885" y="604596"/>
              <a:ext cx="1167758" cy="2473489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7DFE7999-4B1D-A6CC-E081-F0E65790D1E1}"/>
                </a:ext>
              </a:extLst>
            </p:cNvPr>
            <p:cNvSpPr txBox="1"/>
            <p:nvPr/>
          </p:nvSpPr>
          <p:spPr>
            <a:xfrm>
              <a:off x="1909836" y="903966"/>
              <a:ext cx="153655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LilyGo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T-Display-S3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 K233 / K255 )</a:t>
              </a:r>
              <a:endParaRPr kumimoji="1" lang="ja-JP" alt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5D91401A-5231-CBD1-94AA-876C957688F3}"/>
                </a:ext>
              </a:extLst>
            </p:cNvPr>
            <p:cNvSpPr/>
            <p:nvPr/>
          </p:nvSpPr>
          <p:spPr>
            <a:xfrm>
              <a:off x="2598003" y="3170445"/>
              <a:ext cx="160220" cy="160220"/>
            </a:xfrm>
            <a:prstGeom prst="ellipse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7BFC4FC7-08BC-90F1-D75A-46BAB8800113}"/>
              </a:ext>
            </a:extLst>
          </p:cNvPr>
          <p:cNvGrpSpPr/>
          <p:nvPr/>
        </p:nvGrpSpPr>
        <p:grpSpPr>
          <a:xfrm>
            <a:off x="3742687" y="326891"/>
            <a:ext cx="1905000" cy="1905000"/>
            <a:chOff x="3741922" y="557551"/>
            <a:chExt cx="1905000" cy="1905000"/>
          </a:xfrm>
        </p:grpSpPr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57C172F2-3BA7-F7A4-E8F0-C9CCCFF4B1F8}"/>
                </a:ext>
              </a:extLst>
            </p:cNvPr>
            <p:cNvSpPr/>
            <p:nvPr/>
          </p:nvSpPr>
          <p:spPr>
            <a:xfrm>
              <a:off x="3741922" y="557551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A32786BF-A9E9-2C18-49CE-167336F87C24}"/>
                </a:ext>
              </a:extLst>
            </p:cNvPr>
            <p:cNvSpPr/>
            <p:nvPr/>
          </p:nvSpPr>
          <p:spPr>
            <a:xfrm>
              <a:off x="3935156" y="948232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5098039-DE16-DD9F-8E7F-8D083A7542D2}"/>
                </a:ext>
              </a:extLst>
            </p:cNvPr>
            <p:cNvSpPr txBox="1"/>
            <p:nvPr/>
          </p:nvSpPr>
          <p:spPr>
            <a:xfrm>
              <a:off x="3777166" y="1138040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CoreS3</a:t>
              </a:r>
              <a:r>
                <a:rPr lang="ja-JP" altLang="en-US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楕円 22">
              <a:extLst>
                <a:ext uri="{FF2B5EF4-FFF2-40B4-BE49-F238E27FC236}">
                  <a16:creationId xmlns:a16="http://schemas.microsoft.com/office/drawing/2014/main" id="{AA078BF0-C0A4-9B64-3DBB-C045FDC40CC9}"/>
                </a:ext>
              </a:extLst>
            </p:cNvPr>
            <p:cNvSpPr/>
            <p:nvPr/>
          </p:nvSpPr>
          <p:spPr>
            <a:xfrm>
              <a:off x="4606906" y="2154105"/>
              <a:ext cx="169372" cy="169372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楕円 23">
              <a:extLst>
                <a:ext uri="{FF2B5EF4-FFF2-40B4-BE49-F238E27FC236}">
                  <a16:creationId xmlns:a16="http://schemas.microsoft.com/office/drawing/2014/main" id="{E0C13148-F6D2-4BEF-50F4-AD8949787958}"/>
                </a:ext>
              </a:extLst>
            </p:cNvPr>
            <p:cNvSpPr/>
            <p:nvPr/>
          </p:nvSpPr>
          <p:spPr>
            <a:xfrm>
              <a:off x="4647835" y="2195034"/>
              <a:ext cx="87515" cy="87515"/>
            </a:xfrm>
            <a:prstGeom prst="ellipse">
              <a:avLst/>
            </a:prstGeom>
            <a:solidFill>
              <a:srgbClr val="3B44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矢印: 山形 26">
              <a:extLst>
                <a:ext uri="{FF2B5EF4-FFF2-40B4-BE49-F238E27FC236}">
                  <a16:creationId xmlns:a16="http://schemas.microsoft.com/office/drawing/2014/main" id="{45A04D7B-57FB-CD62-E08D-DC317B86FBF3}"/>
                </a:ext>
              </a:extLst>
            </p:cNvPr>
            <p:cNvSpPr/>
            <p:nvPr/>
          </p:nvSpPr>
          <p:spPr>
            <a:xfrm rot="10800000">
              <a:off x="4415568" y="2175145"/>
              <a:ext cx="86525" cy="127293"/>
            </a:xfrm>
            <a:prstGeom prst="chevron">
              <a:avLst>
                <a:gd name="adj" fmla="val 7336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矢印: 山形 27">
              <a:extLst>
                <a:ext uri="{FF2B5EF4-FFF2-40B4-BE49-F238E27FC236}">
                  <a16:creationId xmlns:a16="http://schemas.microsoft.com/office/drawing/2014/main" id="{BF7EA871-14E7-763E-018C-50A066A22A24}"/>
                </a:ext>
              </a:extLst>
            </p:cNvPr>
            <p:cNvSpPr/>
            <p:nvPr/>
          </p:nvSpPr>
          <p:spPr>
            <a:xfrm rot="10800000">
              <a:off x="4281848" y="2175145"/>
              <a:ext cx="86525" cy="127293"/>
            </a:xfrm>
            <a:prstGeom prst="chevron">
              <a:avLst>
                <a:gd name="adj" fmla="val 7336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9" name="矢印: 山形 28">
              <a:extLst>
                <a:ext uri="{FF2B5EF4-FFF2-40B4-BE49-F238E27FC236}">
                  <a16:creationId xmlns:a16="http://schemas.microsoft.com/office/drawing/2014/main" id="{EBA35683-0783-0575-BD1B-4F7EFDE0F9AF}"/>
                </a:ext>
              </a:extLst>
            </p:cNvPr>
            <p:cNvSpPr/>
            <p:nvPr/>
          </p:nvSpPr>
          <p:spPr>
            <a:xfrm rot="10800000" flipH="1">
              <a:off x="5014811" y="2175145"/>
              <a:ext cx="86525" cy="127293"/>
            </a:xfrm>
            <a:prstGeom prst="chevron">
              <a:avLst>
                <a:gd name="adj" fmla="val 7336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矢印: 山形 29">
              <a:extLst>
                <a:ext uri="{FF2B5EF4-FFF2-40B4-BE49-F238E27FC236}">
                  <a16:creationId xmlns:a16="http://schemas.microsoft.com/office/drawing/2014/main" id="{2BB939DC-8D95-AEA9-A79C-0E581D18F923}"/>
                </a:ext>
              </a:extLst>
            </p:cNvPr>
            <p:cNvSpPr/>
            <p:nvPr/>
          </p:nvSpPr>
          <p:spPr>
            <a:xfrm rot="10800000" flipH="1">
              <a:off x="4881091" y="2175145"/>
              <a:ext cx="86525" cy="127293"/>
            </a:xfrm>
            <a:prstGeom prst="chevron">
              <a:avLst>
                <a:gd name="adj" fmla="val 7336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31" name="楕円 30">
              <a:extLst>
                <a:ext uri="{FF2B5EF4-FFF2-40B4-BE49-F238E27FC236}">
                  <a16:creationId xmlns:a16="http://schemas.microsoft.com/office/drawing/2014/main" id="{C45F6F48-8EA9-7394-1305-63C7E9EA8F54}"/>
                </a:ext>
              </a:extLst>
            </p:cNvPr>
            <p:cNvSpPr/>
            <p:nvPr/>
          </p:nvSpPr>
          <p:spPr>
            <a:xfrm>
              <a:off x="4146429" y="2215932"/>
              <a:ext cx="45719" cy="457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楕円 31">
              <a:extLst>
                <a:ext uri="{FF2B5EF4-FFF2-40B4-BE49-F238E27FC236}">
                  <a16:creationId xmlns:a16="http://schemas.microsoft.com/office/drawing/2014/main" id="{51063D35-964C-677E-E950-84024199205A}"/>
                </a:ext>
              </a:extLst>
            </p:cNvPr>
            <p:cNvSpPr/>
            <p:nvPr/>
          </p:nvSpPr>
          <p:spPr>
            <a:xfrm>
              <a:off x="5194689" y="2215932"/>
              <a:ext cx="45719" cy="457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29" name="グループ化 128">
            <a:extLst>
              <a:ext uri="{FF2B5EF4-FFF2-40B4-BE49-F238E27FC236}">
                <a16:creationId xmlns:a16="http://schemas.microsoft.com/office/drawing/2014/main" id="{6B81E922-4645-DF04-0CE2-17830279DAD3}"/>
              </a:ext>
            </a:extLst>
          </p:cNvPr>
          <p:cNvGrpSpPr/>
          <p:nvPr/>
        </p:nvGrpSpPr>
        <p:grpSpPr>
          <a:xfrm>
            <a:off x="6052194" y="306737"/>
            <a:ext cx="1914773" cy="2624662"/>
            <a:chOff x="6052194" y="306737"/>
            <a:chExt cx="1914773" cy="2624662"/>
          </a:xfrm>
        </p:grpSpPr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61FDB73D-119C-BD64-CF7B-A3DA8CE82270}"/>
                </a:ext>
              </a:extLst>
            </p:cNvPr>
            <p:cNvSpPr/>
            <p:nvPr/>
          </p:nvSpPr>
          <p:spPr>
            <a:xfrm>
              <a:off x="6052194" y="306737"/>
              <a:ext cx="1914773" cy="2586999"/>
            </a:xfrm>
            <a:prstGeom prst="roundRect">
              <a:avLst>
                <a:gd name="adj" fmla="val 5124"/>
              </a:avLst>
            </a:prstGeom>
            <a:solidFill>
              <a:srgbClr val="B00000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915991AC-D58A-9B72-BDCF-4C28F2BD12F4}"/>
                </a:ext>
              </a:extLst>
            </p:cNvPr>
            <p:cNvSpPr/>
            <p:nvPr/>
          </p:nvSpPr>
          <p:spPr>
            <a:xfrm>
              <a:off x="6529057" y="1193888"/>
              <a:ext cx="958941" cy="95894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16C391B0-B484-0C9A-4A80-662928FD88A3}"/>
                </a:ext>
              </a:extLst>
            </p:cNvPr>
            <p:cNvSpPr/>
            <p:nvPr/>
          </p:nvSpPr>
          <p:spPr>
            <a:xfrm>
              <a:off x="6867110" y="2672013"/>
              <a:ext cx="284939" cy="25938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2F861637-A696-6A34-50CD-5BE7C18B8922}"/>
                </a:ext>
              </a:extLst>
            </p:cNvPr>
            <p:cNvSpPr/>
            <p:nvPr/>
          </p:nvSpPr>
          <p:spPr>
            <a:xfrm>
              <a:off x="7336278" y="2707355"/>
              <a:ext cx="106700" cy="13821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7FD7EA87-606C-A3E8-1C64-6739C83D83DF}"/>
                </a:ext>
              </a:extLst>
            </p:cNvPr>
            <p:cNvSpPr/>
            <p:nvPr/>
          </p:nvSpPr>
          <p:spPr>
            <a:xfrm>
              <a:off x="7506158" y="2707355"/>
              <a:ext cx="106700" cy="13821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A9E87AAB-3EF9-A9CA-E1A2-D31C28C14F99}"/>
                </a:ext>
              </a:extLst>
            </p:cNvPr>
            <p:cNvSpPr/>
            <p:nvPr/>
          </p:nvSpPr>
          <p:spPr>
            <a:xfrm>
              <a:off x="6672904" y="2349502"/>
              <a:ext cx="169441" cy="16117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" name="楕円 33">
              <a:extLst>
                <a:ext uri="{FF2B5EF4-FFF2-40B4-BE49-F238E27FC236}">
                  <a16:creationId xmlns:a16="http://schemas.microsoft.com/office/drawing/2014/main" id="{70B8AE31-78DB-24B9-975B-BF39BB1AAECB}"/>
                </a:ext>
              </a:extLst>
            </p:cNvPr>
            <p:cNvSpPr/>
            <p:nvPr/>
          </p:nvSpPr>
          <p:spPr>
            <a:xfrm>
              <a:off x="7712492" y="86408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" name="楕円 34">
              <a:extLst>
                <a:ext uri="{FF2B5EF4-FFF2-40B4-BE49-F238E27FC236}">
                  <a16:creationId xmlns:a16="http://schemas.microsoft.com/office/drawing/2014/main" id="{9B76C7DA-5E11-6F71-0F33-EF24B9DAC5B8}"/>
                </a:ext>
              </a:extLst>
            </p:cNvPr>
            <p:cNvSpPr/>
            <p:nvPr/>
          </p:nvSpPr>
          <p:spPr>
            <a:xfrm>
              <a:off x="7712492" y="265330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" name="楕円 35">
              <a:extLst>
                <a:ext uri="{FF2B5EF4-FFF2-40B4-BE49-F238E27FC236}">
                  <a16:creationId xmlns:a16="http://schemas.microsoft.com/office/drawing/2014/main" id="{357F31E8-DF43-EC26-DAD8-F4C4107793A4}"/>
                </a:ext>
              </a:extLst>
            </p:cNvPr>
            <p:cNvSpPr/>
            <p:nvPr/>
          </p:nvSpPr>
          <p:spPr>
            <a:xfrm>
              <a:off x="6106365" y="265330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楕円 36">
              <a:extLst>
                <a:ext uri="{FF2B5EF4-FFF2-40B4-BE49-F238E27FC236}">
                  <a16:creationId xmlns:a16="http://schemas.microsoft.com/office/drawing/2014/main" id="{04E375DE-1172-B57A-E006-9BF5832EA4E0}"/>
                </a:ext>
              </a:extLst>
            </p:cNvPr>
            <p:cNvSpPr/>
            <p:nvPr/>
          </p:nvSpPr>
          <p:spPr>
            <a:xfrm>
              <a:off x="6106365" y="86408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正方形/長方形 44">
              <a:extLst>
                <a:ext uri="{FF2B5EF4-FFF2-40B4-BE49-F238E27FC236}">
                  <a16:creationId xmlns:a16="http://schemas.microsoft.com/office/drawing/2014/main" id="{38849BBA-ED05-8D70-5E54-38BA1A610B2D}"/>
                </a:ext>
              </a:extLst>
            </p:cNvPr>
            <p:cNvSpPr/>
            <p:nvPr/>
          </p:nvSpPr>
          <p:spPr>
            <a:xfrm rot="5400000">
              <a:off x="6022407" y="2210438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CF4AFFDA-E9AB-E5AB-9B09-AF610FAF3171}"/>
                </a:ext>
              </a:extLst>
            </p:cNvPr>
            <p:cNvSpPr txBox="1"/>
            <p:nvPr/>
          </p:nvSpPr>
          <p:spPr>
            <a:xfrm>
              <a:off x="6052194" y="1213515"/>
              <a:ext cx="191477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Wio</a:t>
              </a:r>
              <a:b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Tracker</a:t>
              </a:r>
              <a:b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1110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B3A20AF7-9BFD-F93E-C545-D89A98F8F2D4}"/>
                </a:ext>
              </a:extLst>
            </p:cNvPr>
            <p:cNvSpPr/>
            <p:nvPr/>
          </p:nvSpPr>
          <p:spPr>
            <a:xfrm>
              <a:off x="6534898" y="2611506"/>
              <a:ext cx="246569" cy="258555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FEF577FC-6F2D-6B09-5140-17BAB15FFC15}"/>
                </a:ext>
              </a:extLst>
            </p:cNvPr>
            <p:cNvSpPr/>
            <p:nvPr/>
          </p:nvSpPr>
          <p:spPr>
            <a:xfrm rot="5400000">
              <a:off x="6022407" y="1702640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正方形/長方形 55">
              <a:extLst>
                <a:ext uri="{FF2B5EF4-FFF2-40B4-BE49-F238E27FC236}">
                  <a16:creationId xmlns:a16="http://schemas.microsoft.com/office/drawing/2014/main" id="{1A92AE57-130A-1937-55BE-03380739237F}"/>
                </a:ext>
              </a:extLst>
            </p:cNvPr>
            <p:cNvSpPr/>
            <p:nvPr/>
          </p:nvSpPr>
          <p:spPr>
            <a:xfrm rot="5400000">
              <a:off x="6022407" y="1199952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7" name="正方形/長方形 56">
              <a:extLst>
                <a:ext uri="{FF2B5EF4-FFF2-40B4-BE49-F238E27FC236}">
                  <a16:creationId xmlns:a16="http://schemas.microsoft.com/office/drawing/2014/main" id="{ED9F9611-AC20-6E08-1D59-B841D5CEE4D6}"/>
                </a:ext>
              </a:extLst>
            </p:cNvPr>
            <p:cNvSpPr/>
            <p:nvPr/>
          </p:nvSpPr>
          <p:spPr>
            <a:xfrm rot="5400000">
              <a:off x="7552369" y="2210438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8097343E-FBB4-3EAB-86D2-DEAF5F7445C0}"/>
                </a:ext>
              </a:extLst>
            </p:cNvPr>
            <p:cNvSpPr/>
            <p:nvPr/>
          </p:nvSpPr>
          <p:spPr>
            <a:xfrm rot="5400000">
              <a:off x="7552369" y="1702640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3515AB89-6C77-C91D-ADB7-FB11C49E6FC6}"/>
                </a:ext>
              </a:extLst>
            </p:cNvPr>
            <p:cNvSpPr/>
            <p:nvPr/>
          </p:nvSpPr>
          <p:spPr>
            <a:xfrm rot="5400000">
              <a:off x="7552369" y="1199952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1D863677-1A9C-7448-82EA-9B52B3F0AF93}"/>
                </a:ext>
              </a:extLst>
            </p:cNvPr>
            <p:cNvSpPr/>
            <p:nvPr/>
          </p:nvSpPr>
          <p:spPr>
            <a:xfrm>
              <a:off x="6180699" y="346041"/>
              <a:ext cx="661646" cy="2585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四角形: 1 つの角を切り取り 1 つの角を丸める 60">
              <a:extLst>
                <a:ext uri="{FF2B5EF4-FFF2-40B4-BE49-F238E27FC236}">
                  <a16:creationId xmlns:a16="http://schemas.microsoft.com/office/drawing/2014/main" id="{DD511248-C5F0-9D44-6CCA-9E5E5C5D0DA7}"/>
                </a:ext>
              </a:extLst>
            </p:cNvPr>
            <p:cNvSpPr/>
            <p:nvPr/>
          </p:nvSpPr>
          <p:spPr>
            <a:xfrm>
              <a:off x="7228685" y="310881"/>
              <a:ext cx="661646" cy="258555"/>
            </a:xfrm>
            <a:prstGeom prst="snipRoundRect">
              <a:avLst>
                <a:gd name="adj1" fmla="val 0"/>
                <a:gd name="adj2" fmla="val 24772"/>
              </a:avLst>
            </a:prstGeom>
            <a:solidFill>
              <a:srgbClr val="DA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F5EBA906-8F5E-FD41-109F-6D71EF34C98F}"/>
                </a:ext>
              </a:extLst>
            </p:cNvPr>
            <p:cNvSpPr/>
            <p:nvPr/>
          </p:nvSpPr>
          <p:spPr>
            <a:xfrm>
              <a:off x="7263068" y="326891"/>
              <a:ext cx="545528" cy="2240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楕円 62">
              <a:extLst>
                <a:ext uri="{FF2B5EF4-FFF2-40B4-BE49-F238E27FC236}">
                  <a16:creationId xmlns:a16="http://schemas.microsoft.com/office/drawing/2014/main" id="{4BDBC986-7D1D-0F93-FE4E-2EE2E3A95062}"/>
                </a:ext>
              </a:extLst>
            </p:cNvPr>
            <p:cNvSpPr/>
            <p:nvPr/>
          </p:nvSpPr>
          <p:spPr>
            <a:xfrm>
              <a:off x="7407788" y="377121"/>
              <a:ext cx="151720" cy="15172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8" name="正方形/長方形 127">
              <a:extLst>
                <a:ext uri="{FF2B5EF4-FFF2-40B4-BE49-F238E27FC236}">
                  <a16:creationId xmlns:a16="http://schemas.microsoft.com/office/drawing/2014/main" id="{C66A60DC-D7B3-4484-300A-53D939E2F031}"/>
                </a:ext>
              </a:extLst>
            </p:cNvPr>
            <p:cNvSpPr/>
            <p:nvPr/>
          </p:nvSpPr>
          <p:spPr>
            <a:xfrm>
              <a:off x="7407788" y="864082"/>
              <a:ext cx="169441" cy="16117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48" name="グループ化 147">
            <a:extLst>
              <a:ext uri="{FF2B5EF4-FFF2-40B4-BE49-F238E27FC236}">
                <a16:creationId xmlns:a16="http://schemas.microsoft.com/office/drawing/2014/main" id="{82F8E2B5-A563-1EB6-13DD-52AC1200CF64}"/>
              </a:ext>
            </a:extLst>
          </p:cNvPr>
          <p:cNvGrpSpPr/>
          <p:nvPr/>
        </p:nvGrpSpPr>
        <p:grpSpPr>
          <a:xfrm>
            <a:off x="8291140" y="702748"/>
            <a:ext cx="2654158" cy="3210760"/>
            <a:chOff x="8291140" y="702748"/>
            <a:chExt cx="2654158" cy="3210760"/>
          </a:xfrm>
        </p:grpSpPr>
        <p:sp>
          <p:nvSpPr>
            <p:cNvPr id="144" name="四角形: 上の 2 つの角を丸める 143">
              <a:extLst>
                <a:ext uri="{FF2B5EF4-FFF2-40B4-BE49-F238E27FC236}">
                  <a16:creationId xmlns:a16="http://schemas.microsoft.com/office/drawing/2014/main" id="{0FF3A220-F252-646E-8FD8-2C1D52B07132}"/>
                </a:ext>
              </a:extLst>
            </p:cNvPr>
            <p:cNvSpPr/>
            <p:nvPr/>
          </p:nvSpPr>
          <p:spPr>
            <a:xfrm>
              <a:off x="10028467" y="1581220"/>
              <a:ext cx="136818" cy="198455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accent4">
                <a:lumMod val="7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7" name="四角形: 上の 2 つの角を丸める 146">
              <a:extLst>
                <a:ext uri="{FF2B5EF4-FFF2-40B4-BE49-F238E27FC236}">
                  <a16:creationId xmlns:a16="http://schemas.microsoft.com/office/drawing/2014/main" id="{1CB0DB8C-A712-3359-7F42-F6B2914069FD}"/>
                </a:ext>
              </a:extLst>
            </p:cNvPr>
            <p:cNvSpPr/>
            <p:nvPr/>
          </p:nvSpPr>
          <p:spPr>
            <a:xfrm>
              <a:off x="9495868" y="1581220"/>
              <a:ext cx="136818" cy="198455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accent4">
                <a:lumMod val="7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31" name="グループ化 130">
              <a:extLst>
                <a:ext uri="{FF2B5EF4-FFF2-40B4-BE49-F238E27FC236}">
                  <a16:creationId xmlns:a16="http://schemas.microsoft.com/office/drawing/2014/main" id="{080B16C5-0B96-6DC2-FF2E-9D3540684FB9}"/>
                </a:ext>
              </a:extLst>
            </p:cNvPr>
            <p:cNvGrpSpPr/>
            <p:nvPr/>
          </p:nvGrpSpPr>
          <p:grpSpPr>
            <a:xfrm>
              <a:off x="9328675" y="1777227"/>
              <a:ext cx="1005752" cy="2136281"/>
              <a:chOff x="9402644" y="1275473"/>
              <a:chExt cx="1005752" cy="2136281"/>
            </a:xfrm>
          </p:grpSpPr>
          <p:sp>
            <p:nvSpPr>
              <p:cNvPr id="13" name="四角形: 角を丸くする 12">
                <a:extLst>
                  <a:ext uri="{FF2B5EF4-FFF2-40B4-BE49-F238E27FC236}">
                    <a16:creationId xmlns:a16="http://schemas.microsoft.com/office/drawing/2014/main" id="{1A115E63-BE76-CB5E-EC7B-3F0232B2D074}"/>
                  </a:ext>
                </a:extLst>
              </p:cNvPr>
              <p:cNvSpPr/>
              <p:nvPr/>
            </p:nvSpPr>
            <p:spPr>
              <a:xfrm>
                <a:off x="9402644" y="1275473"/>
                <a:ext cx="1005752" cy="2120615"/>
              </a:xfrm>
              <a:prstGeom prst="roundRect">
                <a:avLst>
                  <a:gd name="adj" fmla="val 10000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CFCAEF3A-A4E9-799F-169D-826564F74BB7}"/>
                  </a:ext>
                </a:extLst>
              </p:cNvPr>
              <p:cNvSpPr/>
              <p:nvPr/>
            </p:nvSpPr>
            <p:spPr>
              <a:xfrm>
                <a:off x="9568248" y="1880027"/>
                <a:ext cx="674544" cy="46771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7" name="四角形: 角を丸くする 16">
                <a:extLst>
                  <a:ext uri="{FF2B5EF4-FFF2-40B4-BE49-F238E27FC236}">
                    <a16:creationId xmlns:a16="http://schemas.microsoft.com/office/drawing/2014/main" id="{5DF4D089-5278-9537-3D77-9F5F8EEEEEB8}"/>
                  </a:ext>
                </a:extLst>
              </p:cNvPr>
              <p:cNvSpPr/>
              <p:nvPr/>
            </p:nvSpPr>
            <p:spPr>
              <a:xfrm>
                <a:off x="9596866" y="2425806"/>
                <a:ext cx="617308" cy="415925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90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30D145F0-CE39-EACB-E7A6-907B0C0ECD50}"/>
                  </a:ext>
                </a:extLst>
              </p:cNvPr>
              <p:cNvSpPr/>
              <p:nvPr/>
            </p:nvSpPr>
            <p:spPr>
              <a:xfrm>
                <a:off x="9520410" y="2770712"/>
                <a:ext cx="730273" cy="92075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9CF4B86C-BE69-95D9-0165-EA02F734C1B3}"/>
                  </a:ext>
                </a:extLst>
              </p:cNvPr>
              <p:cNvSpPr txBox="1"/>
              <p:nvPr/>
            </p:nvSpPr>
            <p:spPr>
              <a:xfrm>
                <a:off x="9429270" y="1886073"/>
                <a:ext cx="9525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200" b="1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M5Stack</a:t>
                </a:r>
                <a:br>
                  <a:rPr kumimoji="1" lang="en-US" altLang="ja-JP" sz="1200" b="1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kumimoji="1" lang="en-US" altLang="ja-JP" sz="1200" b="1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Unit C6L</a:t>
                </a:r>
                <a:endParaRPr kumimoji="1" lang="ja-JP" altLang="en-US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a16:creationId xmlns:a16="http://schemas.microsoft.com/office/drawing/2014/main" id="{BDBEBF26-D485-E01D-85C2-22BDA1E700A6}"/>
                  </a:ext>
                </a:extLst>
              </p:cNvPr>
              <p:cNvSpPr/>
              <p:nvPr/>
            </p:nvSpPr>
            <p:spPr>
              <a:xfrm>
                <a:off x="9490315" y="1337899"/>
                <a:ext cx="830410" cy="46771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a16:creationId xmlns:a16="http://schemas.microsoft.com/office/drawing/2014/main" id="{C908209D-2E7B-94AF-6FCC-0E0A73A779B8}"/>
                  </a:ext>
                </a:extLst>
              </p:cNvPr>
              <p:cNvSpPr/>
              <p:nvPr/>
            </p:nvSpPr>
            <p:spPr>
              <a:xfrm>
                <a:off x="9693430" y="3149993"/>
                <a:ext cx="424180" cy="26149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4" name="楕円 43">
                <a:extLst>
                  <a:ext uri="{FF2B5EF4-FFF2-40B4-BE49-F238E27FC236}">
                    <a16:creationId xmlns:a16="http://schemas.microsoft.com/office/drawing/2014/main" id="{6220B3DC-14AE-37C9-B07C-77486E803989}"/>
                  </a:ext>
                </a:extLst>
              </p:cNvPr>
              <p:cNvSpPr/>
              <p:nvPr/>
            </p:nvSpPr>
            <p:spPr>
              <a:xfrm>
                <a:off x="9451754" y="2875989"/>
                <a:ext cx="190909" cy="190909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7" name="楕円 46">
                <a:extLst>
                  <a:ext uri="{FF2B5EF4-FFF2-40B4-BE49-F238E27FC236}">
                    <a16:creationId xmlns:a16="http://schemas.microsoft.com/office/drawing/2014/main" id="{BBB5683B-8502-6A8B-0E85-B80E9DA9A70B}"/>
                  </a:ext>
                </a:extLst>
              </p:cNvPr>
              <p:cNvSpPr/>
              <p:nvPr/>
            </p:nvSpPr>
            <p:spPr>
              <a:xfrm>
                <a:off x="10155228" y="2871686"/>
                <a:ext cx="190909" cy="190909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1" name="直線コネクタ 50">
                <a:extLst>
                  <a:ext uri="{FF2B5EF4-FFF2-40B4-BE49-F238E27FC236}">
                    <a16:creationId xmlns:a16="http://schemas.microsoft.com/office/drawing/2014/main" id="{D25514B8-409F-C334-CD3A-966AFF733D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16925" y="2611506"/>
                <a:ext cx="377190" cy="0"/>
              </a:xfrm>
              <a:prstGeom prst="line">
                <a:avLst/>
              </a:prstGeom>
              <a:ln w="190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31B6A852-21F9-A672-8BFD-F35EA0596E6F}"/>
                  </a:ext>
                </a:extLst>
              </p:cNvPr>
              <p:cNvSpPr/>
              <p:nvPr/>
            </p:nvSpPr>
            <p:spPr>
              <a:xfrm>
                <a:off x="9792174" y="3357241"/>
                <a:ext cx="226692" cy="5451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0" name="四角形: 上の 2 つの角を丸める 129">
                <a:extLst>
                  <a:ext uri="{FF2B5EF4-FFF2-40B4-BE49-F238E27FC236}">
                    <a16:creationId xmlns:a16="http://schemas.microsoft.com/office/drawing/2014/main" id="{EA9D5D92-3537-32F4-2EB7-401202153576}"/>
                  </a:ext>
                </a:extLst>
              </p:cNvPr>
              <p:cNvSpPr/>
              <p:nvPr/>
            </p:nvSpPr>
            <p:spPr>
              <a:xfrm>
                <a:off x="10239253" y="3194155"/>
                <a:ext cx="51033" cy="21729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bg1">
                  <a:lumMod val="6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32" name="四角形: 上の 2 つの角を丸める 131">
              <a:extLst>
                <a:ext uri="{FF2B5EF4-FFF2-40B4-BE49-F238E27FC236}">
                  <a16:creationId xmlns:a16="http://schemas.microsoft.com/office/drawing/2014/main" id="{5E8CBD20-C34D-C142-297B-ABB1CF0DB3F8}"/>
                </a:ext>
              </a:extLst>
            </p:cNvPr>
            <p:cNvSpPr/>
            <p:nvPr/>
          </p:nvSpPr>
          <p:spPr>
            <a:xfrm rot="18000000">
              <a:off x="8894066" y="99822"/>
              <a:ext cx="301859" cy="150771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3" name="四角形: 上の 2 つの角を丸める 132">
              <a:extLst>
                <a:ext uri="{FF2B5EF4-FFF2-40B4-BE49-F238E27FC236}">
                  <a16:creationId xmlns:a16="http://schemas.microsoft.com/office/drawing/2014/main" id="{086536D4-5D20-EE79-1D3D-6AE1BDECA26E}"/>
                </a:ext>
              </a:extLst>
            </p:cNvPr>
            <p:cNvSpPr/>
            <p:nvPr/>
          </p:nvSpPr>
          <p:spPr>
            <a:xfrm rot="3600000">
              <a:off x="10278147" y="496054"/>
              <a:ext cx="301859" cy="103244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4" name="四角形: 上の 2 つの角を丸める 133">
              <a:extLst>
                <a:ext uri="{FF2B5EF4-FFF2-40B4-BE49-F238E27FC236}">
                  <a16:creationId xmlns:a16="http://schemas.microsoft.com/office/drawing/2014/main" id="{9331ECA9-95DC-72F3-20BE-DFBB9864623D}"/>
                </a:ext>
              </a:extLst>
            </p:cNvPr>
            <p:cNvSpPr/>
            <p:nvPr/>
          </p:nvSpPr>
          <p:spPr>
            <a:xfrm>
              <a:off x="9411441" y="1348091"/>
              <a:ext cx="301859" cy="387141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8" name="四角形: 上の 2 つの角を丸める 137">
              <a:extLst>
                <a:ext uri="{FF2B5EF4-FFF2-40B4-BE49-F238E27FC236}">
                  <a16:creationId xmlns:a16="http://schemas.microsoft.com/office/drawing/2014/main" id="{C736BA97-D12F-B772-C0A7-E0816EF39652}"/>
                </a:ext>
              </a:extLst>
            </p:cNvPr>
            <p:cNvSpPr/>
            <p:nvPr/>
          </p:nvSpPr>
          <p:spPr>
            <a:xfrm>
              <a:off x="9944897" y="1350087"/>
              <a:ext cx="303956" cy="380792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9" name="四角形: 上の 2 つの角を丸める 138">
              <a:extLst>
                <a:ext uri="{FF2B5EF4-FFF2-40B4-BE49-F238E27FC236}">
                  <a16:creationId xmlns:a16="http://schemas.microsoft.com/office/drawing/2014/main" id="{74777B22-0E84-5466-8767-16D8D9DB788C}"/>
                </a:ext>
              </a:extLst>
            </p:cNvPr>
            <p:cNvSpPr/>
            <p:nvPr/>
          </p:nvSpPr>
          <p:spPr>
            <a:xfrm>
              <a:off x="10029592" y="1228189"/>
              <a:ext cx="150930" cy="243261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0" name="四角形: 上の 2 つの角を丸める 139">
              <a:extLst>
                <a:ext uri="{FF2B5EF4-FFF2-40B4-BE49-F238E27FC236}">
                  <a16:creationId xmlns:a16="http://schemas.microsoft.com/office/drawing/2014/main" id="{293CE68E-8674-9210-6034-4A3B12BB4901}"/>
                </a:ext>
              </a:extLst>
            </p:cNvPr>
            <p:cNvSpPr/>
            <p:nvPr/>
          </p:nvSpPr>
          <p:spPr>
            <a:xfrm>
              <a:off x="9489157" y="1226193"/>
              <a:ext cx="150930" cy="243261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2" name="四角形: 上の 2 つの角を丸める 141">
              <a:extLst>
                <a:ext uri="{FF2B5EF4-FFF2-40B4-BE49-F238E27FC236}">
                  <a16:creationId xmlns:a16="http://schemas.microsoft.com/office/drawing/2014/main" id="{B334B40C-A73B-B8A8-E778-369C77D0CE2C}"/>
                </a:ext>
              </a:extLst>
            </p:cNvPr>
            <p:cNvSpPr/>
            <p:nvPr/>
          </p:nvSpPr>
          <p:spPr>
            <a:xfrm>
              <a:off x="9945946" y="1348090"/>
              <a:ext cx="301859" cy="198455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D42A73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3" name="四角形: 上の 2 つの角を丸める 142">
              <a:extLst>
                <a:ext uri="{FF2B5EF4-FFF2-40B4-BE49-F238E27FC236}">
                  <a16:creationId xmlns:a16="http://schemas.microsoft.com/office/drawing/2014/main" id="{C2025E85-7830-67E2-D52E-12E6957B10C8}"/>
                </a:ext>
              </a:extLst>
            </p:cNvPr>
            <p:cNvSpPr/>
            <p:nvPr/>
          </p:nvSpPr>
          <p:spPr>
            <a:xfrm>
              <a:off x="9411441" y="1348090"/>
              <a:ext cx="301859" cy="198455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009FFF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E579328B-21A7-F998-4DC4-35EAC8AB06E5}"/>
              </a:ext>
            </a:extLst>
          </p:cNvPr>
          <p:cNvGrpSpPr/>
          <p:nvPr/>
        </p:nvGrpSpPr>
        <p:grpSpPr>
          <a:xfrm>
            <a:off x="556642" y="2024025"/>
            <a:ext cx="952500" cy="1905000"/>
            <a:chOff x="713009" y="4555293"/>
            <a:chExt cx="952500" cy="1905000"/>
          </a:xfrm>
        </p:grpSpPr>
        <p:sp>
          <p:nvSpPr>
            <p:cNvPr id="38" name="四角形: 角を丸くする 37">
              <a:extLst>
                <a:ext uri="{FF2B5EF4-FFF2-40B4-BE49-F238E27FC236}">
                  <a16:creationId xmlns:a16="http://schemas.microsoft.com/office/drawing/2014/main" id="{849EBE4D-DD3E-E2AB-07ED-4A6C53051CAB}"/>
                </a:ext>
              </a:extLst>
            </p:cNvPr>
            <p:cNvSpPr/>
            <p:nvPr/>
          </p:nvSpPr>
          <p:spPr>
            <a:xfrm>
              <a:off x="713009" y="4555293"/>
              <a:ext cx="952500" cy="1905000"/>
            </a:xfrm>
            <a:prstGeom prst="roundRect">
              <a:avLst>
                <a:gd name="adj" fmla="val 10000"/>
              </a:avLst>
            </a:prstGeom>
            <a:solidFill>
              <a:schemeClr val="bg1">
                <a:lumMod val="50000"/>
              </a:schemeClr>
            </a:solidFill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09525AB9-99CB-1DB3-989B-79FC257ACD1C}"/>
                </a:ext>
              </a:extLst>
            </p:cNvPr>
            <p:cNvSpPr/>
            <p:nvPr/>
          </p:nvSpPr>
          <p:spPr>
            <a:xfrm>
              <a:off x="875505" y="4691092"/>
              <a:ext cx="627509" cy="986649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四角形: 角を丸くする 42">
              <a:extLst>
                <a:ext uri="{FF2B5EF4-FFF2-40B4-BE49-F238E27FC236}">
                  <a16:creationId xmlns:a16="http://schemas.microsoft.com/office/drawing/2014/main" id="{5AD2F559-5F40-8A9C-E467-14E93A2DC141}"/>
                </a:ext>
              </a:extLst>
            </p:cNvPr>
            <p:cNvSpPr/>
            <p:nvPr/>
          </p:nvSpPr>
          <p:spPr>
            <a:xfrm>
              <a:off x="962670" y="5960268"/>
              <a:ext cx="458574" cy="6617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63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699CCAE0-41A1-8DDF-49B3-8BED3A67D59E}"/>
                </a:ext>
              </a:extLst>
            </p:cNvPr>
            <p:cNvSpPr txBox="1"/>
            <p:nvPr/>
          </p:nvSpPr>
          <p:spPr>
            <a:xfrm>
              <a:off x="713009" y="4959314"/>
              <a:ext cx="952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sz="1100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altLang="ja-JP" sz="1100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Stick S3</a:t>
              </a:r>
              <a:endParaRPr kumimoji="1" lang="ja-JP" altLang="en-US" sz="11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68" name="グループ化 167">
            <a:extLst>
              <a:ext uri="{FF2B5EF4-FFF2-40B4-BE49-F238E27FC236}">
                <a16:creationId xmlns:a16="http://schemas.microsoft.com/office/drawing/2014/main" id="{E00F0911-D779-B3AE-B2FC-B4428ECFC41B}"/>
              </a:ext>
            </a:extLst>
          </p:cNvPr>
          <p:cNvGrpSpPr/>
          <p:nvPr/>
        </p:nvGrpSpPr>
        <p:grpSpPr>
          <a:xfrm>
            <a:off x="537643" y="4254519"/>
            <a:ext cx="1158189" cy="1905000"/>
            <a:chOff x="537643" y="4254519"/>
            <a:chExt cx="1158189" cy="1905000"/>
          </a:xfrm>
        </p:grpSpPr>
        <p:sp>
          <p:nvSpPr>
            <p:cNvPr id="156" name="四角形: 角を丸くする 155">
              <a:extLst>
                <a:ext uri="{FF2B5EF4-FFF2-40B4-BE49-F238E27FC236}">
                  <a16:creationId xmlns:a16="http://schemas.microsoft.com/office/drawing/2014/main" id="{BD2DC23A-96E8-110A-ADDD-913248B34381}"/>
                </a:ext>
              </a:extLst>
            </p:cNvPr>
            <p:cNvSpPr/>
            <p:nvPr/>
          </p:nvSpPr>
          <p:spPr>
            <a:xfrm>
              <a:off x="537643" y="4254519"/>
              <a:ext cx="952500" cy="1905000"/>
            </a:xfrm>
            <a:prstGeom prst="roundRect">
              <a:avLst>
                <a:gd name="adj" fmla="val 10000"/>
              </a:avLst>
            </a:prstGeom>
            <a:solidFill>
              <a:schemeClr val="tx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8" name="正方形/長方形 157">
              <a:extLst>
                <a:ext uri="{FF2B5EF4-FFF2-40B4-BE49-F238E27FC236}">
                  <a16:creationId xmlns:a16="http://schemas.microsoft.com/office/drawing/2014/main" id="{F2387E9B-AF23-1B3B-AB50-48E5818E5000}"/>
                </a:ext>
              </a:extLst>
            </p:cNvPr>
            <p:cNvSpPr/>
            <p:nvPr/>
          </p:nvSpPr>
          <p:spPr>
            <a:xfrm>
              <a:off x="680721" y="4390318"/>
              <a:ext cx="666346" cy="98664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9" name="四角形: 角を丸くする 158">
              <a:extLst>
                <a:ext uri="{FF2B5EF4-FFF2-40B4-BE49-F238E27FC236}">
                  <a16:creationId xmlns:a16="http://schemas.microsoft.com/office/drawing/2014/main" id="{763CECED-3BF3-46DE-AEEF-925EEC81CC55}"/>
                </a:ext>
              </a:extLst>
            </p:cNvPr>
            <p:cNvSpPr/>
            <p:nvPr/>
          </p:nvSpPr>
          <p:spPr>
            <a:xfrm>
              <a:off x="784606" y="5673462"/>
              <a:ext cx="458574" cy="56092"/>
            </a:xfrm>
            <a:prstGeom prst="roundRect">
              <a:avLst>
                <a:gd name="adj" fmla="val 50000"/>
              </a:avLst>
            </a:prstGeom>
            <a:solidFill>
              <a:srgbClr val="C6E127"/>
            </a:solidFill>
            <a:ln w="6350">
              <a:solidFill>
                <a:srgbClr val="9AB0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0" name="テキスト ボックス 159">
              <a:extLst>
                <a:ext uri="{FF2B5EF4-FFF2-40B4-BE49-F238E27FC236}">
                  <a16:creationId xmlns:a16="http://schemas.microsoft.com/office/drawing/2014/main" id="{47EF2C57-CBDC-07CE-825A-047610834657}"/>
                </a:ext>
              </a:extLst>
            </p:cNvPr>
            <p:cNvSpPr txBox="1"/>
            <p:nvPr/>
          </p:nvSpPr>
          <p:spPr>
            <a:xfrm>
              <a:off x="537643" y="4658540"/>
              <a:ext cx="952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050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Arduino</a:t>
              </a:r>
              <a:br>
                <a:rPr kumimoji="1" lang="en-US" altLang="ja-JP" sz="1050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050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Nesso N1</a:t>
              </a:r>
              <a:endParaRPr kumimoji="1"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1" name="四角形: 角を丸くする 160">
              <a:extLst>
                <a:ext uri="{FF2B5EF4-FFF2-40B4-BE49-F238E27FC236}">
                  <a16:creationId xmlns:a16="http://schemas.microsoft.com/office/drawing/2014/main" id="{8FE4BE7D-3B83-9D9D-ABD9-E7CD064E42C4}"/>
                </a:ext>
              </a:extLst>
            </p:cNvPr>
            <p:cNvSpPr/>
            <p:nvPr/>
          </p:nvSpPr>
          <p:spPr>
            <a:xfrm>
              <a:off x="1509142" y="4278630"/>
              <a:ext cx="186690" cy="1813559"/>
            </a:xfrm>
            <a:prstGeom prst="roundRect">
              <a:avLst>
                <a:gd name="adj" fmla="val 12586"/>
              </a:avLst>
            </a:prstGeom>
            <a:solidFill>
              <a:schemeClr val="tx1">
                <a:lumMod val="65000"/>
                <a:lumOff val="35000"/>
              </a:schemeClr>
            </a:solidFill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5" name="正方形/長方形 164">
              <a:extLst>
                <a:ext uri="{FF2B5EF4-FFF2-40B4-BE49-F238E27FC236}">
                  <a16:creationId xmlns:a16="http://schemas.microsoft.com/office/drawing/2014/main" id="{5F3E338E-4FCD-5B07-106B-6E24B95E17A7}"/>
                </a:ext>
              </a:extLst>
            </p:cNvPr>
            <p:cNvSpPr/>
            <p:nvPr/>
          </p:nvSpPr>
          <p:spPr>
            <a:xfrm>
              <a:off x="1509198" y="4892694"/>
              <a:ext cx="77667" cy="62865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6" name="正方形/長方形 165">
              <a:extLst>
                <a:ext uri="{FF2B5EF4-FFF2-40B4-BE49-F238E27FC236}">
                  <a16:creationId xmlns:a16="http://schemas.microsoft.com/office/drawing/2014/main" id="{2AEACCF8-FB4B-0FA0-ED45-7FC2E4F24697}"/>
                </a:ext>
              </a:extLst>
            </p:cNvPr>
            <p:cNvSpPr/>
            <p:nvPr/>
          </p:nvSpPr>
          <p:spPr>
            <a:xfrm>
              <a:off x="1509198" y="4278630"/>
              <a:ext cx="77667" cy="418728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7" name="正方形/長方形 166">
              <a:extLst>
                <a:ext uri="{FF2B5EF4-FFF2-40B4-BE49-F238E27FC236}">
                  <a16:creationId xmlns:a16="http://schemas.microsoft.com/office/drawing/2014/main" id="{3FB200A3-3834-D609-B15A-7FCBEA87A5F1}"/>
                </a:ext>
              </a:extLst>
            </p:cNvPr>
            <p:cNvSpPr/>
            <p:nvPr/>
          </p:nvSpPr>
          <p:spPr>
            <a:xfrm>
              <a:off x="1509198" y="5673461"/>
              <a:ext cx="77667" cy="418728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78" name="グループ化 177">
            <a:extLst>
              <a:ext uri="{FF2B5EF4-FFF2-40B4-BE49-F238E27FC236}">
                <a16:creationId xmlns:a16="http://schemas.microsoft.com/office/drawing/2014/main" id="{81318980-A66B-6952-5F45-FCF53CC052D6}"/>
              </a:ext>
            </a:extLst>
          </p:cNvPr>
          <p:cNvGrpSpPr/>
          <p:nvPr/>
        </p:nvGrpSpPr>
        <p:grpSpPr>
          <a:xfrm>
            <a:off x="1895673" y="4232909"/>
            <a:ext cx="1905000" cy="1905000"/>
            <a:chOff x="1895673" y="4232909"/>
            <a:chExt cx="1905000" cy="1905000"/>
          </a:xfrm>
        </p:grpSpPr>
        <p:sp>
          <p:nvSpPr>
            <p:cNvPr id="171" name="四角形: 角を丸くする 170">
              <a:extLst>
                <a:ext uri="{FF2B5EF4-FFF2-40B4-BE49-F238E27FC236}">
                  <a16:creationId xmlns:a16="http://schemas.microsoft.com/office/drawing/2014/main" id="{2408B335-83B7-BB87-2BC9-05B6B4BE06B9}"/>
                </a:ext>
              </a:extLst>
            </p:cNvPr>
            <p:cNvSpPr/>
            <p:nvPr/>
          </p:nvSpPr>
          <p:spPr>
            <a:xfrm>
              <a:off x="1895673" y="4232909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rgbClr val="6C898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2" name="正方形/長方形 171">
              <a:extLst>
                <a:ext uri="{FF2B5EF4-FFF2-40B4-BE49-F238E27FC236}">
                  <a16:creationId xmlns:a16="http://schemas.microsoft.com/office/drawing/2014/main" id="{8CE9D73A-23D0-000B-2C98-FBC9D2508CE1}"/>
                </a:ext>
              </a:extLst>
            </p:cNvPr>
            <p:cNvSpPr/>
            <p:nvPr/>
          </p:nvSpPr>
          <p:spPr>
            <a:xfrm>
              <a:off x="2088907" y="4623590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3" name="テキスト ボックス 172">
              <a:extLst>
                <a:ext uri="{FF2B5EF4-FFF2-40B4-BE49-F238E27FC236}">
                  <a16:creationId xmlns:a16="http://schemas.microsoft.com/office/drawing/2014/main" id="{14579AFD-3C67-AE4D-4286-185FC9872824}"/>
                </a:ext>
              </a:extLst>
            </p:cNvPr>
            <p:cNvSpPr txBox="1"/>
            <p:nvPr/>
          </p:nvSpPr>
          <p:spPr>
            <a:xfrm>
              <a:off x="1930917" y="4813398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CoreS3</a:t>
              </a:r>
              <a:r>
                <a:rPr lang="ja-JP" altLang="en-US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Lite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4" name="楕円 173">
              <a:extLst>
                <a:ext uri="{FF2B5EF4-FFF2-40B4-BE49-F238E27FC236}">
                  <a16:creationId xmlns:a16="http://schemas.microsoft.com/office/drawing/2014/main" id="{47C377D1-B1BC-0AD6-BF9E-043B5A3EA694}"/>
                </a:ext>
              </a:extLst>
            </p:cNvPr>
            <p:cNvSpPr/>
            <p:nvPr/>
          </p:nvSpPr>
          <p:spPr>
            <a:xfrm>
              <a:off x="2760657" y="5829463"/>
              <a:ext cx="169372" cy="169372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5" name="楕円 174">
              <a:extLst>
                <a:ext uri="{FF2B5EF4-FFF2-40B4-BE49-F238E27FC236}">
                  <a16:creationId xmlns:a16="http://schemas.microsoft.com/office/drawing/2014/main" id="{D29137E6-6A1C-7CB0-13C7-68C03894175A}"/>
                </a:ext>
              </a:extLst>
            </p:cNvPr>
            <p:cNvSpPr/>
            <p:nvPr/>
          </p:nvSpPr>
          <p:spPr>
            <a:xfrm>
              <a:off x="2801586" y="5870392"/>
              <a:ext cx="87515" cy="87515"/>
            </a:xfrm>
            <a:prstGeom prst="ellipse">
              <a:avLst/>
            </a:prstGeom>
            <a:solidFill>
              <a:srgbClr val="3B44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6" name="楕円 175">
              <a:extLst>
                <a:ext uri="{FF2B5EF4-FFF2-40B4-BE49-F238E27FC236}">
                  <a16:creationId xmlns:a16="http://schemas.microsoft.com/office/drawing/2014/main" id="{1D23325C-0275-BB7F-308A-6EC087525549}"/>
                </a:ext>
              </a:extLst>
            </p:cNvPr>
            <p:cNvSpPr/>
            <p:nvPr/>
          </p:nvSpPr>
          <p:spPr>
            <a:xfrm>
              <a:off x="3084811" y="5888996"/>
              <a:ext cx="45719" cy="457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7" name="楕円 176">
              <a:extLst>
                <a:ext uri="{FF2B5EF4-FFF2-40B4-BE49-F238E27FC236}">
                  <a16:creationId xmlns:a16="http://schemas.microsoft.com/office/drawing/2014/main" id="{098957A3-DAF7-BF43-80C0-C5E2CA215E1B}"/>
                </a:ext>
              </a:extLst>
            </p:cNvPr>
            <p:cNvSpPr/>
            <p:nvPr/>
          </p:nvSpPr>
          <p:spPr>
            <a:xfrm>
              <a:off x="3187740" y="5888996"/>
              <a:ext cx="45719" cy="457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96" name="グループ化 195">
            <a:extLst>
              <a:ext uri="{FF2B5EF4-FFF2-40B4-BE49-F238E27FC236}">
                <a16:creationId xmlns:a16="http://schemas.microsoft.com/office/drawing/2014/main" id="{3FD327F3-5DCF-7876-8933-8D163713E969}"/>
              </a:ext>
            </a:extLst>
          </p:cNvPr>
          <p:cNvGrpSpPr/>
          <p:nvPr/>
        </p:nvGrpSpPr>
        <p:grpSpPr>
          <a:xfrm>
            <a:off x="4212282" y="2588062"/>
            <a:ext cx="952503" cy="1905000"/>
            <a:chOff x="4212282" y="2588062"/>
            <a:chExt cx="952503" cy="1905000"/>
          </a:xfrm>
        </p:grpSpPr>
        <p:sp>
          <p:nvSpPr>
            <p:cNvPr id="180" name="四角形: 角を丸くする 179">
              <a:extLst>
                <a:ext uri="{FF2B5EF4-FFF2-40B4-BE49-F238E27FC236}">
                  <a16:creationId xmlns:a16="http://schemas.microsoft.com/office/drawing/2014/main" id="{B80DC28F-2867-B790-C986-3B80B0D2BD07}"/>
                </a:ext>
              </a:extLst>
            </p:cNvPr>
            <p:cNvSpPr/>
            <p:nvPr/>
          </p:nvSpPr>
          <p:spPr>
            <a:xfrm>
              <a:off x="4212285" y="2588062"/>
              <a:ext cx="952500" cy="1905000"/>
            </a:xfrm>
            <a:prstGeom prst="roundRect">
              <a:avLst>
                <a:gd name="adj" fmla="val 10000"/>
              </a:avLst>
            </a:prstGeom>
            <a:solidFill>
              <a:schemeClr val="accent2">
                <a:lumMod val="50000"/>
              </a:schemeClr>
            </a:solidFill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2" name="四角形: 角を丸くする 181">
              <a:extLst>
                <a:ext uri="{FF2B5EF4-FFF2-40B4-BE49-F238E27FC236}">
                  <a16:creationId xmlns:a16="http://schemas.microsoft.com/office/drawing/2014/main" id="{6E91D754-0D23-A6B5-C476-CED375825B25}"/>
                </a:ext>
              </a:extLst>
            </p:cNvPr>
            <p:cNvSpPr/>
            <p:nvPr/>
          </p:nvSpPr>
          <p:spPr>
            <a:xfrm>
              <a:off x="4404181" y="3926409"/>
              <a:ext cx="568705" cy="415925"/>
            </a:xfrm>
            <a:prstGeom prst="roundRect">
              <a:avLst/>
            </a:prstGeom>
            <a:solidFill>
              <a:schemeClr val="accent2">
                <a:lumMod val="50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5" name="正方形/長方形 194">
              <a:extLst>
                <a:ext uri="{FF2B5EF4-FFF2-40B4-BE49-F238E27FC236}">
                  <a16:creationId xmlns:a16="http://schemas.microsoft.com/office/drawing/2014/main" id="{A4A54A56-4425-CCC8-F3F4-29C1D2FE0231}"/>
                </a:ext>
              </a:extLst>
            </p:cNvPr>
            <p:cNvSpPr/>
            <p:nvPr/>
          </p:nvSpPr>
          <p:spPr>
            <a:xfrm>
              <a:off x="4213080" y="3827146"/>
              <a:ext cx="209770" cy="167010"/>
            </a:xfrm>
            <a:prstGeom prst="rect">
              <a:avLst/>
            </a:prstGeom>
            <a:solidFill>
              <a:srgbClr val="D0CECE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3" name="正方形/長方形 182">
              <a:extLst>
                <a:ext uri="{FF2B5EF4-FFF2-40B4-BE49-F238E27FC236}">
                  <a16:creationId xmlns:a16="http://schemas.microsoft.com/office/drawing/2014/main" id="{4CA28B8E-6395-4131-9939-837E28B26289}"/>
                </a:ext>
              </a:extLst>
            </p:cNvPr>
            <p:cNvSpPr/>
            <p:nvPr/>
          </p:nvSpPr>
          <p:spPr>
            <a:xfrm>
              <a:off x="4376812" y="4268518"/>
              <a:ext cx="625477" cy="92075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0" name="正方形/長方形 189">
              <a:extLst>
                <a:ext uri="{FF2B5EF4-FFF2-40B4-BE49-F238E27FC236}">
                  <a16:creationId xmlns:a16="http://schemas.microsoft.com/office/drawing/2014/main" id="{6A6C48F9-27FA-727B-260F-99E89A195BB6}"/>
                </a:ext>
              </a:extLst>
            </p:cNvPr>
            <p:cNvSpPr/>
            <p:nvPr/>
          </p:nvSpPr>
          <p:spPr>
            <a:xfrm>
              <a:off x="4345306" y="2705100"/>
              <a:ext cx="686458" cy="116809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1" name="正方形/長方形 190">
              <a:extLst>
                <a:ext uri="{FF2B5EF4-FFF2-40B4-BE49-F238E27FC236}">
                  <a16:creationId xmlns:a16="http://schemas.microsoft.com/office/drawing/2014/main" id="{8BD1FF3B-A885-B650-CFAD-5B7E32400EBE}"/>
                </a:ext>
              </a:extLst>
            </p:cNvPr>
            <p:cNvSpPr/>
            <p:nvPr/>
          </p:nvSpPr>
          <p:spPr>
            <a:xfrm>
              <a:off x="4546062" y="4252437"/>
              <a:ext cx="284939" cy="240625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2" name="楕円 191">
              <a:extLst>
                <a:ext uri="{FF2B5EF4-FFF2-40B4-BE49-F238E27FC236}">
                  <a16:creationId xmlns:a16="http://schemas.microsoft.com/office/drawing/2014/main" id="{9B81DDD0-1D45-7ED2-47F6-4C761CB16A8E}"/>
                </a:ext>
              </a:extLst>
            </p:cNvPr>
            <p:cNvSpPr/>
            <p:nvPr/>
          </p:nvSpPr>
          <p:spPr>
            <a:xfrm>
              <a:off x="4954213" y="4312377"/>
              <a:ext cx="92075" cy="92075"/>
            </a:xfrm>
            <a:prstGeom prst="ellipse">
              <a:avLst/>
            </a:prstGeom>
            <a:solidFill>
              <a:srgbClr val="ED7D31">
                <a:alpha val="30196"/>
              </a:srgbClr>
            </a:solidFill>
            <a:ln>
              <a:solidFill>
                <a:srgbClr val="7F6000">
                  <a:alpha val="50196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6" name="四角形: 角を丸くする 185">
              <a:extLst>
                <a:ext uri="{FF2B5EF4-FFF2-40B4-BE49-F238E27FC236}">
                  <a16:creationId xmlns:a16="http://schemas.microsoft.com/office/drawing/2014/main" id="{B80DC28F-2867-B790-C986-3B80B0D2BD07}"/>
                </a:ext>
              </a:extLst>
            </p:cNvPr>
            <p:cNvSpPr/>
            <p:nvPr/>
          </p:nvSpPr>
          <p:spPr>
            <a:xfrm>
              <a:off x="4212282" y="2588062"/>
              <a:ext cx="952500" cy="1905000"/>
            </a:xfrm>
            <a:prstGeom prst="roundRect">
              <a:avLst>
                <a:gd name="adj" fmla="val 10000"/>
              </a:avLst>
            </a:prstGeom>
            <a:solidFill>
              <a:srgbClr val="EA5B24">
                <a:alpha val="20000"/>
              </a:srgbClr>
            </a:solidFill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4" name="テキスト ボックス 183">
              <a:extLst>
                <a:ext uri="{FF2B5EF4-FFF2-40B4-BE49-F238E27FC236}">
                  <a16:creationId xmlns:a16="http://schemas.microsoft.com/office/drawing/2014/main" id="{71259E72-7E7F-4FA8-D7B9-293DBE80C98E}"/>
                </a:ext>
              </a:extLst>
            </p:cNvPr>
            <p:cNvSpPr txBox="1"/>
            <p:nvPr/>
          </p:nvSpPr>
          <p:spPr>
            <a:xfrm>
              <a:off x="4294679" y="3900294"/>
              <a:ext cx="787707" cy="477054"/>
            </a:xfrm>
            <a:prstGeom prst="rect">
              <a:avLst/>
            </a:prstGeom>
            <a:noFill/>
          </p:spPr>
          <p:txBody>
            <a:bodyPr wrap="square" bIns="0" rtlCol="0">
              <a:spAutoFit/>
            </a:bodyPr>
            <a:lstStyle/>
            <a:p>
              <a:pPr algn="ctr"/>
              <a:r>
                <a:rPr kumimoji="1" lang="en-US" altLang="ja-JP" sz="2800" dirty="0">
                  <a:solidFill>
                    <a:srgbClr val="C34513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Dubai Medium" panose="020B0603030403030204" pitchFamily="34" charset="-78"/>
                </a:rPr>
                <a:t>M5</a:t>
              </a:r>
              <a:endParaRPr kumimoji="1" lang="ja-JP" altLang="en-US" sz="2800" dirty="0">
                <a:solidFill>
                  <a:srgbClr val="C3451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Dubai Medium" panose="020B0603030403030204" pitchFamily="34" charset="-78"/>
              </a:endParaRPr>
            </a:p>
          </p:txBody>
        </p:sp>
        <p:sp>
          <p:nvSpPr>
            <p:cNvPr id="181" name="正方形/長方形 180">
              <a:extLst>
                <a:ext uri="{FF2B5EF4-FFF2-40B4-BE49-F238E27FC236}">
                  <a16:creationId xmlns:a16="http://schemas.microsoft.com/office/drawing/2014/main" id="{E1CF5722-1389-384A-306A-1B0DE8CCD909}"/>
                </a:ext>
              </a:extLst>
            </p:cNvPr>
            <p:cNvSpPr/>
            <p:nvPr/>
          </p:nvSpPr>
          <p:spPr>
            <a:xfrm>
              <a:off x="4374780" y="2723861"/>
              <a:ext cx="627509" cy="986649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5" name="テキスト ボックス 184">
              <a:extLst>
                <a:ext uri="{FF2B5EF4-FFF2-40B4-BE49-F238E27FC236}">
                  <a16:creationId xmlns:a16="http://schemas.microsoft.com/office/drawing/2014/main" id="{8DEFACB7-1D37-74BD-1D81-84124C869851}"/>
                </a:ext>
              </a:extLst>
            </p:cNvPr>
            <p:cNvSpPr txBox="1"/>
            <p:nvPr/>
          </p:nvSpPr>
          <p:spPr>
            <a:xfrm>
              <a:off x="4212285" y="2892340"/>
              <a:ext cx="9525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200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StickC Plus</a:t>
              </a:r>
              <a:br>
                <a:rPr kumimoji="1" lang="en-US" altLang="ja-JP" sz="1200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200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</a:t>
              </a:r>
              <a:endParaRPr kumimoji="1" lang="ja-JP" alt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4" name="楕円 193">
              <a:extLst>
                <a:ext uri="{FF2B5EF4-FFF2-40B4-BE49-F238E27FC236}">
                  <a16:creationId xmlns:a16="http://schemas.microsoft.com/office/drawing/2014/main" id="{EA636F28-CDA2-58D9-0059-639AC59A4D2B}"/>
                </a:ext>
              </a:extLst>
            </p:cNvPr>
            <p:cNvSpPr/>
            <p:nvPr/>
          </p:nvSpPr>
          <p:spPr>
            <a:xfrm>
              <a:off x="4330775" y="4312377"/>
              <a:ext cx="92075" cy="92075"/>
            </a:xfrm>
            <a:prstGeom prst="ellipse">
              <a:avLst/>
            </a:prstGeom>
            <a:solidFill>
              <a:srgbClr val="ED7D31">
                <a:alpha val="30196"/>
              </a:srgbClr>
            </a:solidFill>
            <a:ln>
              <a:solidFill>
                <a:srgbClr val="7F6000">
                  <a:alpha val="50196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841962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83</Words>
  <Application>Microsoft Office PowerPoint</Application>
  <PresentationFormat>ワイド画面</PresentationFormat>
  <Paragraphs>24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奥山 隆史（仕事用アカウント）</dc:creator>
  <cp:lastModifiedBy>隆史 奥山</cp:lastModifiedBy>
  <cp:revision>21</cp:revision>
  <dcterms:created xsi:type="dcterms:W3CDTF">2023-01-17T05:27:25Z</dcterms:created>
  <dcterms:modified xsi:type="dcterms:W3CDTF">2026-10-05T08:15:51Z</dcterms:modified>
</cp:coreProperties>
</file>